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307" r:id="rId7"/>
    <p:sldId id="308" r:id="rId8"/>
    <p:sldId id="305" r:id="rId9"/>
    <p:sldId id="306" r:id="rId10"/>
    <p:sldId id="303" r:id="rId11"/>
    <p:sldId id="304" r:id="rId12"/>
    <p:sldId id="260" r:id="rId13"/>
    <p:sldId id="262" r:id="rId14"/>
    <p:sldId id="264" r:id="rId15"/>
    <p:sldId id="268" r:id="rId16"/>
    <p:sldId id="269" r:id="rId17"/>
    <p:sldId id="270" r:id="rId18"/>
    <p:sldId id="271" r:id="rId19"/>
    <p:sldId id="272" r:id="rId20"/>
    <p:sldId id="273" r:id="rId21"/>
    <p:sldId id="30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20"/>
    <p:restoredTop sz="94637"/>
  </p:normalViewPr>
  <p:slideViewPr>
    <p:cSldViewPr snapToGrid="0" snapToObjects="1">
      <p:cViewPr varScale="1">
        <p:scale>
          <a:sx n="103" d="100"/>
          <a:sy n="103" d="100"/>
        </p:scale>
        <p:origin x="12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9.sv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8.svg"/><Relationship Id="rId1" Type="http://schemas.openxmlformats.org/officeDocument/2006/relationships/image" Target="../media/image3.sv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9.sv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8.svg"/><Relationship Id="rId1" Type="http://schemas.openxmlformats.org/officeDocument/2006/relationships/image" Target="../media/image3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A86C42-7D2A-4AEA-A6F4-4FF9077E43A6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1408CA6-8C3D-4FA6-B087-1519D8003ED2}">
      <dgm:prSet custT="1"/>
      <dgm:spPr/>
      <dgm:t>
        <a:bodyPr/>
        <a:lstStyle/>
        <a:p>
          <a:r>
            <a:rPr lang="en-US" sz="2000" dirty="0"/>
            <a:t>Understand</a:t>
          </a:r>
        </a:p>
      </dgm:t>
    </dgm:pt>
    <dgm:pt modelId="{6D91E981-9336-4469-8814-DA0AA8E9BCB6}" type="parTrans" cxnId="{DDD4B690-5534-4168-8D28-9961AE763086}">
      <dgm:prSet/>
      <dgm:spPr/>
      <dgm:t>
        <a:bodyPr/>
        <a:lstStyle/>
        <a:p>
          <a:endParaRPr lang="en-US"/>
        </a:p>
      </dgm:t>
    </dgm:pt>
    <dgm:pt modelId="{F79B87AB-82C4-4BF0-B727-0F0E1A84C505}" type="sibTrans" cxnId="{DDD4B690-5534-4168-8D28-9961AE763086}">
      <dgm:prSet/>
      <dgm:spPr/>
      <dgm:t>
        <a:bodyPr/>
        <a:lstStyle/>
        <a:p>
          <a:endParaRPr lang="en-US"/>
        </a:p>
      </dgm:t>
    </dgm:pt>
    <dgm:pt modelId="{934DE3CB-19CF-4D13-8406-95C8EB83935E}">
      <dgm:prSet custT="1"/>
      <dgm:spPr/>
      <dgm:t>
        <a:bodyPr/>
        <a:lstStyle/>
        <a:p>
          <a:r>
            <a:rPr lang="en-US" sz="2000" dirty="0"/>
            <a:t>Understand the systematic review workflow in R</a:t>
          </a:r>
        </a:p>
      </dgm:t>
    </dgm:pt>
    <dgm:pt modelId="{E0C54126-6C38-4A68-B4DF-36587B8B083E}" type="parTrans" cxnId="{EEB8BE04-198E-4290-A25F-DFFB4CB8B296}">
      <dgm:prSet/>
      <dgm:spPr/>
      <dgm:t>
        <a:bodyPr/>
        <a:lstStyle/>
        <a:p>
          <a:endParaRPr lang="en-US"/>
        </a:p>
      </dgm:t>
    </dgm:pt>
    <dgm:pt modelId="{2A97CDC3-E7CE-483A-A78C-4A1BD540FD74}" type="sibTrans" cxnId="{EEB8BE04-198E-4290-A25F-DFFB4CB8B296}">
      <dgm:prSet/>
      <dgm:spPr/>
      <dgm:t>
        <a:bodyPr/>
        <a:lstStyle/>
        <a:p>
          <a:endParaRPr lang="en-US"/>
        </a:p>
      </dgm:t>
    </dgm:pt>
    <dgm:pt modelId="{12EDA7C4-16B9-48D7-B231-F5D757F46C1B}">
      <dgm:prSet custT="1"/>
      <dgm:spPr/>
      <dgm:t>
        <a:bodyPr/>
        <a:lstStyle/>
        <a:p>
          <a:r>
            <a:rPr lang="en-US" sz="2000"/>
            <a:t>Import and manage</a:t>
          </a:r>
        </a:p>
      </dgm:t>
    </dgm:pt>
    <dgm:pt modelId="{33265A61-8BCB-4384-98E7-5996D805DAB1}" type="parTrans" cxnId="{97444587-FFA6-426A-8332-4FA13A3A95DE}">
      <dgm:prSet/>
      <dgm:spPr/>
      <dgm:t>
        <a:bodyPr/>
        <a:lstStyle/>
        <a:p>
          <a:endParaRPr lang="en-US"/>
        </a:p>
      </dgm:t>
    </dgm:pt>
    <dgm:pt modelId="{5061AD4D-48D8-4B06-91A5-D25D9D7FF5AD}" type="sibTrans" cxnId="{97444587-FFA6-426A-8332-4FA13A3A95DE}">
      <dgm:prSet/>
      <dgm:spPr/>
      <dgm:t>
        <a:bodyPr/>
        <a:lstStyle/>
        <a:p>
          <a:endParaRPr lang="en-US"/>
        </a:p>
      </dgm:t>
    </dgm:pt>
    <dgm:pt modelId="{A4D9086C-AB4F-4AF7-97A8-41DEC37C5349}">
      <dgm:prSet custT="1"/>
      <dgm:spPr/>
      <dgm:t>
        <a:bodyPr/>
        <a:lstStyle/>
        <a:p>
          <a:r>
            <a:rPr lang="en-US" sz="2000"/>
            <a:t>Import and manage bibliographic data</a:t>
          </a:r>
        </a:p>
      </dgm:t>
    </dgm:pt>
    <dgm:pt modelId="{2E94A21C-C2D7-413F-ABF2-F766D7522BD7}" type="parTrans" cxnId="{5885E8B3-4931-429E-974F-4610C68DECE5}">
      <dgm:prSet/>
      <dgm:spPr/>
      <dgm:t>
        <a:bodyPr/>
        <a:lstStyle/>
        <a:p>
          <a:endParaRPr lang="en-US"/>
        </a:p>
      </dgm:t>
    </dgm:pt>
    <dgm:pt modelId="{46861659-0B99-4E42-9B3C-8A2AF28BF077}" type="sibTrans" cxnId="{5885E8B3-4931-429E-974F-4610C68DECE5}">
      <dgm:prSet/>
      <dgm:spPr/>
      <dgm:t>
        <a:bodyPr/>
        <a:lstStyle/>
        <a:p>
          <a:endParaRPr lang="en-US"/>
        </a:p>
      </dgm:t>
    </dgm:pt>
    <dgm:pt modelId="{8F0CE56A-8B3B-4189-ADB8-3FCF052CDF40}">
      <dgm:prSet custT="1"/>
      <dgm:spPr/>
      <dgm:t>
        <a:bodyPr/>
        <a:lstStyle/>
        <a:p>
          <a:r>
            <a:rPr lang="en-US" sz="2000"/>
            <a:t>Remove</a:t>
          </a:r>
        </a:p>
      </dgm:t>
    </dgm:pt>
    <dgm:pt modelId="{3476B722-94C1-4DC5-B1E9-EEA45053FB8F}" type="parTrans" cxnId="{0AF3A7A1-F96B-41D0-BB8F-199504ABC5BC}">
      <dgm:prSet/>
      <dgm:spPr/>
      <dgm:t>
        <a:bodyPr/>
        <a:lstStyle/>
        <a:p>
          <a:endParaRPr lang="en-US"/>
        </a:p>
      </dgm:t>
    </dgm:pt>
    <dgm:pt modelId="{E6230F01-9AD1-45CB-9C4D-57B9045E2FDD}" type="sibTrans" cxnId="{0AF3A7A1-F96B-41D0-BB8F-199504ABC5BC}">
      <dgm:prSet/>
      <dgm:spPr/>
      <dgm:t>
        <a:bodyPr/>
        <a:lstStyle/>
        <a:p>
          <a:endParaRPr lang="en-US"/>
        </a:p>
      </dgm:t>
    </dgm:pt>
    <dgm:pt modelId="{EE08E6AC-27ED-4006-8EBF-C5682963B825}">
      <dgm:prSet custT="1"/>
      <dgm:spPr/>
      <dgm:t>
        <a:bodyPr/>
        <a:lstStyle/>
        <a:p>
          <a:r>
            <a:rPr lang="en-US" sz="2000"/>
            <a:t>Remove duplicates and screen studies</a:t>
          </a:r>
        </a:p>
      </dgm:t>
    </dgm:pt>
    <dgm:pt modelId="{4A58E84B-15D0-4875-B4E7-9BC3D4AD8DA9}" type="parTrans" cxnId="{CEB2656D-FD1A-4B28-95E7-CB626D1446DF}">
      <dgm:prSet/>
      <dgm:spPr/>
      <dgm:t>
        <a:bodyPr/>
        <a:lstStyle/>
        <a:p>
          <a:endParaRPr lang="en-US"/>
        </a:p>
      </dgm:t>
    </dgm:pt>
    <dgm:pt modelId="{57DB6850-B9F2-496F-9643-9D6992DC7F76}" type="sibTrans" cxnId="{CEB2656D-FD1A-4B28-95E7-CB626D1446DF}">
      <dgm:prSet/>
      <dgm:spPr/>
      <dgm:t>
        <a:bodyPr/>
        <a:lstStyle/>
        <a:p>
          <a:endParaRPr lang="en-US"/>
        </a:p>
      </dgm:t>
    </dgm:pt>
    <dgm:pt modelId="{FA878096-5494-428A-BC5F-E5E600EF00F6}">
      <dgm:prSet custT="1"/>
      <dgm:spPr/>
      <dgm:t>
        <a:bodyPr/>
        <a:lstStyle/>
        <a:p>
          <a:r>
            <a:rPr lang="en-US" sz="2000"/>
            <a:t>Conduct</a:t>
          </a:r>
        </a:p>
      </dgm:t>
    </dgm:pt>
    <dgm:pt modelId="{DA0E6393-E834-43A7-BA00-C62F50D4846A}" type="parTrans" cxnId="{7AC012C3-E7F1-44E0-AAE1-CBD5B4F0436C}">
      <dgm:prSet/>
      <dgm:spPr/>
      <dgm:t>
        <a:bodyPr/>
        <a:lstStyle/>
        <a:p>
          <a:endParaRPr lang="en-US"/>
        </a:p>
      </dgm:t>
    </dgm:pt>
    <dgm:pt modelId="{979D60F8-041E-44F4-98CE-7517C1BF7C35}" type="sibTrans" cxnId="{7AC012C3-E7F1-44E0-AAE1-CBD5B4F0436C}">
      <dgm:prSet/>
      <dgm:spPr/>
      <dgm:t>
        <a:bodyPr/>
        <a:lstStyle/>
        <a:p>
          <a:endParaRPr lang="en-US"/>
        </a:p>
      </dgm:t>
    </dgm:pt>
    <dgm:pt modelId="{115CE10E-6C0F-4125-B07A-42D3C3C14914}">
      <dgm:prSet custT="1"/>
      <dgm:spPr/>
      <dgm:t>
        <a:bodyPr/>
        <a:lstStyle/>
        <a:p>
          <a:r>
            <a:rPr lang="en-US" sz="2000"/>
            <a:t>Conduct basic meta‑analysis</a:t>
          </a:r>
        </a:p>
      </dgm:t>
    </dgm:pt>
    <dgm:pt modelId="{3655E8CA-EE59-44CC-AD15-1C5238E8B605}" type="parTrans" cxnId="{3089065E-8EF7-4C55-9296-62586A083DD5}">
      <dgm:prSet/>
      <dgm:spPr/>
      <dgm:t>
        <a:bodyPr/>
        <a:lstStyle/>
        <a:p>
          <a:endParaRPr lang="en-US"/>
        </a:p>
      </dgm:t>
    </dgm:pt>
    <dgm:pt modelId="{D427223A-BC44-4FF1-8523-2A76A86E80DE}" type="sibTrans" cxnId="{3089065E-8EF7-4C55-9296-62586A083DD5}">
      <dgm:prSet/>
      <dgm:spPr/>
      <dgm:t>
        <a:bodyPr/>
        <a:lstStyle/>
        <a:p>
          <a:endParaRPr lang="en-US"/>
        </a:p>
      </dgm:t>
    </dgm:pt>
    <dgm:pt modelId="{CFAF3500-C1D5-498C-8FD5-C53E93C868AF}">
      <dgm:prSet custT="1"/>
      <dgm:spPr/>
      <dgm:t>
        <a:bodyPr/>
        <a:lstStyle/>
        <a:p>
          <a:r>
            <a:rPr lang="en-US" sz="2000" dirty="0" err="1"/>
            <a:t>Visualise</a:t>
          </a:r>
          <a:r>
            <a:rPr lang="en-US" sz="2000" dirty="0"/>
            <a:t> and report</a:t>
          </a:r>
        </a:p>
      </dgm:t>
    </dgm:pt>
    <dgm:pt modelId="{A357A934-ACE2-4423-A667-9D4B0CE184C5}" type="parTrans" cxnId="{B1AFA811-BA1E-4D21-9764-EA6EB333325A}">
      <dgm:prSet/>
      <dgm:spPr/>
      <dgm:t>
        <a:bodyPr/>
        <a:lstStyle/>
        <a:p>
          <a:endParaRPr lang="en-US"/>
        </a:p>
      </dgm:t>
    </dgm:pt>
    <dgm:pt modelId="{169E851B-73B6-4015-B5EF-FCC7F1AF5AB6}" type="sibTrans" cxnId="{B1AFA811-BA1E-4D21-9764-EA6EB333325A}">
      <dgm:prSet/>
      <dgm:spPr/>
      <dgm:t>
        <a:bodyPr/>
        <a:lstStyle/>
        <a:p>
          <a:endParaRPr lang="en-US"/>
        </a:p>
      </dgm:t>
    </dgm:pt>
    <dgm:pt modelId="{5A92672D-2857-4CCA-9A7E-C1CFB91F653B}">
      <dgm:prSet custT="1"/>
      <dgm:spPr/>
      <dgm:t>
        <a:bodyPr/>
        <a:lstStyle/>
        <a:p>
          <a:r>
            <a:rPr lang="en-US" sz="2000" dirty="0" err="1"/>
            <a:t>Visualise</a:t>
          </a:r>
          <a:r>
            <a:rPr lang="en-US" sz="2000" dirty="0"/>
            <a:t> and report results reproducibly</a:t>
          </a:r>
        </a:p>
      </dgm:t>
    </dgm:pt>
    <dgm:pt modelId="{E82B589B-136A-4FFA-8BDD-DFA7F0C15E66}" type="parTrans" cxnId="{CE025FFE-3F3A-4B30-8DCF-589A48C43148}">
      <dgm:prSet/>
      <dgm:spPr/>
      <dgm:t>
        <a:bodyPr/>
        <a:lstStyle/>
        <a:p>
          <a:endParaRPr lang="en-US"/>
        </a:p>
      </dgm:t>
    </dgm:pt>
    <dgm:pt modelId="{B39613D9-27FD-4879-93C7-DE2669A491AA}" type="sibTrans" cxnId="{CE025FFE-3F3A-4B30-8DCF-589A48C43148}">
      <dgm:prSet/>
      <dgm:spPr/>
      <dgm:t>
        <a:bodyPr/>
        <a:lstStyle/>
        <a:p>
          <a:endParaRPr lang="en-US"/>
        </a:p>
      </dgm:t>
    </dgm:pt>
    <dgm:pt modelId="{F664E859-F63B-C646-A5FB-699B701A8A14}" type="pres">
      <dgm:prSet presAssocID="{CFA86C42-7D2A-4AEA-A6F4-4FF9077E43A6}" presName="Name0" presStyleCnt="0">
        <dgm:presLayoutVars>
          <dgm:dir/>
          <dgm:animLvl val="lvl"/>
          <dgm:resizeHandles val="exact"/>
        </dgm:presLayoutVars>
      </dgm:prSet>
      <dgm:spPr/>
    </dgm:pt>
    <dgm:pt modelId="{63C5E720-7C17-7647-BF9F-720A8EFEC9AF}" type="pres">
      <dgm:prSet presAssocID="{CFAF3500-C1D5-498C-8FD5-C53E93C868AF}" presName="boxAndChildren" presStyleCnt="0"/>
      <dgm:spPr/>
    </dgm:pt>
    <dgm:pt modelId="{FF8656AC-F76B-0948-9A32-CC0CA3715513}" type="pres">
      <dgm:prSet presAssocID="{CFAF3500-C1D5-498C-8FD5-C53E93C868AF}" presName="parentTextBox" presStyleLbl="alignNode1" presStyleIdx="0" presStyleCnt="5"/>
      <dgm:spPr/>
    </dgm:pt>
    <dgm:pt modelId="{56ACB224-CCD2-7D47-ACA9-AA648933E8CA}" type="pres">
      <dgm:prSet presAssocID="{CFAF3500-C1D5-498C-8FD5-C53E93C868AF}" presName="descendantBox" presStyleLbl="bgAccFollowNode1" presStyleIdx="0" presStyleCnt="5"/>
      <dgm:spPr/>
    </dgm:pt>
    <dgm:pt modelId="{A2AFE223-F851-BB42-8E40-2B72CB2F1899}" type="pres">
      <dgm:prSet presAssocID="{979D60F8-041E-44F4-98CE-7517C1BF7C35}" presName="sp" presStyleCnt="0"/>
      <dgm:spPr/>
    </dgm:pt>
    <dgm:pt modelId="{8EDBFDFF-4FD9-4D48-899B-F42E96681D03}" type="pres">
      <dgm:prSet presAssocID="{FA878096-5494-428A-BC5F-E5E600EF00F6}" presName="arrowAndChildren" presStyleCnt="0"/>
      <dgm:spPr/>
    </dgm:pt>
    <dgm:pt modelId="{05B46FB8-7FB2-C248-9090-4ECE3E3018C5}" type="pres">
      <dgm:prSet presAssocID="{FA878096-5494-428A-BC5F-E5E600EF00F6}" presName="parentTextArrow" presStyleLbl="node1" presStyleIdx="0" presStyleCnt="0"/>
      <dgm:spPr/>
    </dgm:pt>
    <dgm:pt modelId="{B7E74D1C-6AD0-924A-942C-D00F396DD058}" type="pres">
      <dgm:prSet presAssocID="{FA878096-5494-428A-BC5F-E5E600EF00F6}" presName="arrow" presStyleLbl="alignNode1" presStyleIdx="1" presStyleCnt="5"/>
      <dgm:spPr/>
    </dgm:pt>
    <dgm:pt modelId="{E0B9DF28-9C31-F144-B98C-2A2449F68FB2}" type="pres">
      <dgm:prSet presAssocID="{FA878096-5494-428A-BC5F-E5E600EF00F6}" presName="descendantArrow" presStyleLbl="bgAccFollowNode1" presStyleIdx="1" presStyleCnt="5"/>
      <dgm:spPr/>
    </dgm:pt>
    <dgm:pt modelId="{7F10F3EB-90CD-1643-9CCA-110EDF5C763C}" type="pres">
      <dgm:prSet presAssocID="{E6230F01-9AD1-45CB-9C4D-57B9045E2FDD}" presName="sp" presStyleCnt="0"/>
      <dgm:spPr/>
    </dgm:pt>
    <dgm:pt modelId="{1DAC1E1B-A9CC-AE4D-B3BD-136647B4D04B}" type="pres">
      <dgm:prSet presAssocID="{8F0CE56A-8B3B-4189-ADB8-3FCF052CDF40}" presName="arrowAndChildren" presStyleCnt="0"/>
      <dgm:spPr/>
    </dgm:pt>
    <dgm:pt modelId="{074136F9-E1A0-E64F-AE16-9C4541172447}" type="pres">
      <dgm:prSet presAssocID="{8F0CE56A-8B3B-4189-ADB8-3FCF052CDF40}" presName="parentTextArrow" presStyleLbl="node1" presStyleIdx="0" presStyleCnt="0"/>
      <dgm:spPr/>
    </dgm:pt>
    <dgm:pt modelId="{AF6CF85C-9390-A045-B980-3E0F8EB07A3F}" type="pres">
      <dgm:prSet presAssocID="{8F0CE56A-8B3B-4189-ADB8-3FCF052CDF40}" presName="arrow" presStyleLbl="alignNode1" presStyleIdx="2" presStyleCnt="5"/>
      <dgm:spPr/>
    </dgm:pt>
    <dgm:pt modelId="{D1EFCD21-7CA2-8840-BF15-8539359DCAAE}" type="pres">
      <dgm:prSet presAssocID="{8F0CE56A-8B3B-4189-ADB8-3FCF052CDF40}" presName="descendantArrow" presStyleLbl="bgAccFollowNode1" presStyleIdx="2" presStyleCnt="5"/>
      <dgm:spPr/>
    </dgm:pt>
    <dgm:pt modelId="{F4196212-7633-1C4D-BD8C-C77799219A94}" type="pres">
      <dgm:prSet presAssocID="{5061AD4D-48D8-4B06-91A5-D25D9D7FF5AD}" presName="sp" presStyleCnt="0"/>
      <dgm:spPr/>
    </dgm:pt>
    <dgm:pt modelId="{9AD66DF8-A63D-CC44-AEC3-22B5DF502799}" type="pres">
      <dgm:prSet presAssocID="{12EDA7C4-16B9-48D7-B231-F5D757F46C1B}" presName="arrowAndChildren" presStyleCnt="0"/>
      <dgm:spPr/>
    </dgm:pt>
    <dgm:pt modelId="{CA1AC361-0377-1348-B767-B4487ABE2855}" type="pres">
      <dgm:prSet presAssocID="{12EDA7C4-16B9-48D7-B231-F5D757F46C1B}" presName="parentTextArrow" presStyleLbl="node1" presStyleIdx="0" presStyleCnt="0"/>
      <dgm:spPr/>
    </dgm:pt>
    <dgm:pt modelId="{2DF0C12E-5D8E-E740-9AD4-5FCE605613D3}" type="pres">
      <dgm:prSet presAssocID="{12EDA7C4-16B9-48D7-B231-F5D757F46C1B}" presName="arrow" presStyleLbl="alignNode1" presStyleIdx="3" presStyleCnt="5"/>
      <dgm:spPr/>
    </dgm:pt>
    <dgm:pt modelId="{F9BE134C-61E0-C645-B49C-55D0895D974B}" type="pres">
      <dgm:prSet presAssocID="{12EDA7C4-16B9-48D7-B231-F5D757F46C1B}" presName="descendantArrow" presStyleLbl="bgAccFollowNode1" presStyleIdx="3" presStyleCnt="5"/>
      <dgm:spPr/>
    </dgm:pt>
    <dgm:pt modelId="{A9CB2176-E93F-D842-A7A8-2F7BBFDA4622}" type="pres">
      <dgm:prSet presAssocID="{F79B87AB-82C4-4BF0-B727-0F0E1A84C505}" presName="sp" presStyleCnt="0"/>
      <dgm:spPr/>
    </dgm:pt>
    <dgm:pt modelId="{3AC6CB7B-2D09-B14B-81BE-B316C2DECEDC}" type="pres">
      <dgm:prSet presAssocID="{E1408CA6-8C3D-4FA6-B087-1519D8003ED2}" presName="arrowAndChildren" presStyleCnt="0"/>
      <dgm:spPr/>
    </dgm:pt>
    <dgm:pt modelId="{2026E4D2-06D9-3D47-8298-E22179F20410}" type="pres">
      <dgm:prSet presAssocID="{E1408CA6-8C3D-4FA6-B087-1519D8003ED2}" presName="parentTextArrow" presStyleLbl="node1" presStyleIdx="0" presStyleCnt="0"/>
      <dgm:spPr/>
    </dgm:pt>
    <dgm:pt modelId="{0C0969CC-9A32-0743-9EC1-66228AF06323}" type="pres">
      <dgm:prSet presAssocID="{E1408CA6-8C3D-4FA6-B087-1519D8003ED2}" presName="arrow" presStyleLbl="alignNode1" presStyleIdx="4" presStyleCnt="5"/>
      <dgm:spPr/>
    </dgm:pt>
    <dgm:pt modelId="{346B5BD8-25C2-8F40-84B3-3E22B15890F7}" type="pres">
      <dgm:prSet presAssocID="{E1408CA6-8C3D-4FA6-B087-1519D8003ED2}" presName="descendantArrow" presStyleLbl="bgAccFollowNode1" presStyleIdx="4" presStyleCnt="5"/>
      <dgm:spPr/>
    </dgm:pt>
  </dgm:ptLst>
  <dgm:cxnLst>
    <dgm:cxn modelId="{F481C100-4470-2542-94A4-14818F7DBCEC}" type="presOf" srcId="{CFAF3500-C1D5-498C-8FD5-C53E93C868AF}" destId="{FF8656AC-F76B-0948-9A32-CC0CA3715513}" srcOrd="0" destOrd="0" presId="urn:microsoft.com/office/officeart/2016/7/layout/VerticalDownArrowProcess"/>
    <dgm:cxn modelId="{EEB8BE04-198E-4290-A25F-DFFB4CB8B296}" srcId="{E1408CA6-8C3D-4FA6-B087-1519D8003ED2}" destId="{934DE3CB-19CF-4D13-8406-95C8EB83935E}" srcOrd="0" destOrd="0" parTransId="{E0C54126-6C38-4A68-B4DF-36587B8B083E}" sibTransId="{2A97CDC3-E7CE-483A-A78C-4A1BD540FD74}"/>
    <dgm:cxn modelId="{A645CF05-25A1-324D-9657-4A5B5F8BE0C0}" type="presOf" srcId="{EE08E6AC-27ED-4006-8EBF-C5682963B825}" destId="{D1EFCD21-7CA2-8840-BF15-8539359DCAAE}" srcOrd="0" destOrd="0" presId="urn:microsoft.com/office/officeart/2016/7/layout/VerticalDownArrowProcess"/>
    <dgm:cxn modelId="{2A0B110E-2ECC-F343-8499-8DBE4D665457}" type="presOf" srcId="{12EDA7C4-16B9-48D7-B231-F5D757F46C1B}" destId="{CA1AC361-0377-1348-B767-B4487ABE2855}" srcOrd="0" destOrd="0" presId="urn:microsoft.com/office/officeart/2016/7/layout/VerticalDownArrowProcess"/>
    <dgm:cxn modelId="{B1AFA811-BA1E-4D21-9764-EA6EB333325A}" srcId="{CFA86C42-7D2A-4AEA-A6F4-4FF9077E43A6}" destId="{CFAF3500-C1D5-498C-8FD5-C53E93C868AF}" srcOrd="4" destOrd="0" parTransId="{A357A934-ACE2-4423-A667-9D4B0CE184C5}" sibTransId="{169E851B-73B6-4015-B5EF-FCC7F1AF5AB6}"/>
    <dgm:cxn modelId="{2167451B-BE3E-4C45-BCA8-1C8EB45EE08E}" type="presOf" srcId="{FA878096-5494-428A-BC5F-E5E600EF00F6}" destId="{B7E74D1C-6AD0-924A-942C-D00F396DD058}" srcOrd="1" destOrd="0" presId="urn:microsoft.com/office/officeart/2016/7/layout/VerticalDownArrowProcess"/>
    <dgm:cxn modelId="{052EDE20-AF95-7C4F-B6C8-ABEF4FD8E573}" type="presOf" srcId="{A4D9086C-AB4F-4AF7-97A8-41DEC37C5349}" destId="{F9BE134C-61E0-C645-B49C-55D0895D974B}" srcOrd="0" destOrd="0" presId="urn:microsoft.com/office/officeart/2016/7/layout/VerticalDownArrowProcess"/>
    <dgm:cxn modelId="{F7249125-8FCF-894C-AA52-86965C084319}" type="presOf" srcId="{5A92672D-2857-4CCA-9A7E-C1CFB91F653B}" destId="{56ACB224-CCD2-7D47-ACA9-AA648933E8CA}" srcOrd="0" destOrd="0" presId="urn:microsoft.com/office/officeart/2016/7/layout/VerticalDownArrowProcess"/>
    <dgm:cxn modelId="{BE19EE39-EF6B-864E-BD0D-648313D64D84}" type="presOf" srcId="{CFA86C42-7D2A-4AEA-A6F4-4FF9077E43A6}" destId="{F664E859-F63B-C646-A5FB-699B701A8A14}" srcOrd="0" destOrd="0" presId="urn:microsoft.com/office/officeart/2016/7/layout/VerticalDownArrowProcess"/>
    <dgm:cxn modelId="{26AC173B-A7C2-6E4F-97C4-32997A6E31FC}" type="presOf" srcId="{E1408CA6-8C3D-4FA6-B087-1519D8003ED2}" destId="{0C0969CC-9A32-0743-9EC1-66228AF06323}" srcOrd="1" destOrd="0" presId="urn:microsoft.com/office/officeart/2016/7/layout/VerticalDownArrowProcess"/>
    <dgm:cxn modelId="{474FB957-4E36-D44F-9E27-7697E1B912FD}" type="presOf" srcId="{8F0CE56A-8B3B-4189-ADB8-3FCF052CDF40}" destId="{074136F9-E1A0-E64F-AE16-9C4541172447}" srcOrd="0" destOrd="0" presId="urn:microsoft.com/office/officeart/2016/7/layout/VerticalDownArrowProcess"/>
    <dgm:cxn modelId="{3089065E-8EF7-4C55-9296-62586A083DD5}" srcId="{FA878096-5494-428A-BC5F-E5E600EF00F6}" destId="{115CE10E-6C0F-4125-B07A-42D3C3C14914}" srcOrd="0" destOrd="0" parTransId="{3655E8CA-EE59-44CC-AD15-1C5238E8B605}" sibTransId="{D427223A-BC44-4FF1-8523-2A76A86E80DE}"/>
    <dgm:cxn modelId="{52DD6561-DFB8-B642-A1A1-1E94637EC16E}" type="presOf" srcId="{8F0CE56A-8B3B-4189-ADB8-3FCF052CDF40}" destId="{AF6CF85C-9390-A045-B980-3E0F8EB07A3F}" srcOrd="1" destOrd="0" presId="urn:microsoft.com/office/officeart/2016/7/layout/VerticalDownArrowProcess"/>
    <dgm:cxn modelId="{CEB2656D-FD1A-4B28-95E7-CB626D1446DF}" srcId="{8F0CE56A-8B3B-4189-ADB8-3FCF052CDF40}" destId="{EE08E6AC-27ED-4006-8EBF-C5682963B825}" srcOrd="0" destOrd="0" parTransId="{4A58E84B-15D0-4875-B4E7-9BC3D4AD8DA9}" sibTransId="{57DB6850-B9F2-496F-9643-9D6992DC7F76}"/>
    <dgm:cxn modelId="{97444587-FFA6-426A-8332-4FA13A3A95DE}" srcId="{CFA86C42-7D2A-4AEA-A6F4-4FF9077E43A6}" destId="{12EDA7C4-16B9-48D7-B231-F5D757F46C1B}" srcOrd="1" destOrd="0" parTransId="{33265A61-8BCB-4384-98E7-5996D805DAB1}" sibTransId="{5061AD4D-48D8-4B06-91A5-D25D9D7FF5AD}"/>
    <dgm:cxn modelId="{3C81D488-0060-C44B-B2C3-77BC8ADF3F4D}" type="presOf" srcId="{FA878096-5494-428A-BC5F-E5E600EF00F6}" destId="{05B46FB8-7FB2-C248-9090-4ECE3E3018C5}" srcOrd="0" destOrd="0" presId="urn:microsoft.com/office/officeart/2016/7/layout/VerticalDownArrowProcess"/>
    <dgm:cxn modelId="{DDD4B690-5534-4168-8D28-9961AE763086}" srcId="{CFA86C42-7D2A-4AEA-A6F4-4FF9077E43A6}" destId="{E1408CA6-8C3D-4FA6-B087-1519D8003ED2}" srcOrd="0" destOrd="0" parTransId="{6D91E981-9336-4469-8814-DA0AA8E9BCB6}" sibTransId="{F79B87AB-82C4-4BF0-B727-0F0E1A84C505}"/>
    <dgm:cxn modelId="{74DF699A-FAB0-2849-84CA-FE2A44F0392D}" type="presOf" srcId="{E1408CA6-8C3D-4FA6-B087-1519D8003ED2}" destId="{2026E4D2-06D9-3D47-8298-E22179F20410}" srcOrd="0" destOrd="0" presId="urn:microsoft.com/office/officeart/2016/7/layout/VerticalDownArrowProcess"/>
    <dgm:cxn modelId="{2694759B-47B8-B940-B0EA-83E8BA33B099}" type="presOf" srcId="{934DE3CB-19CF-4D13-8406-95C8EB83935E}" destId="{346B5BD8-25C2-8F40-84B3-3E22B15890F7}" srcOrd="0" destOrd="0" presId="urn:microsoft.com/office/officeart/2016/7/layout/VerticalDownArrowProcess"/>
    <dgm:cxn modelId="{0AF3A7A1-F96B-41D0-BB8F-199504ABC5BC}" srcId="{CFA86C42-7D2A-4AEA-A6F4-4FF9077E43A6}" destId="{8F0CE56A-8B3B-4189-ADB8-3FCF052CDF40}" srcOrd="2" destOrd="0" parTransId="{3476B722-94C1-4DC5-B1E9-EEA45053FB8F}" sibTransId="{E6230F01-9AD1-45CB-9C4D-57B9045E2FDD}"/>
    <dgm:cxn modelId="{5885E8B3-4931-429E-974F-4610C68DECE5}" srcId="{12EDA7C4-16B9-48D7-B231-F5D757F46C1B}" destId="{A4D9086C-AB4F-4AF7-97A8-41DEC37C5349}" srcOrd="0" destOrd="0" parTransId="{2E94A21C-C2D7-413F-ABF2-F766D7522BD7}" sibTransId="{46861659-0B99-4E42-9B3C-8A2AF28BF077}"/>
    <dgm:cxn modelId="{7AC012C3-E7F1-44E0-AAE1-CBD5B4F0436C}" srcId="{CFA86C42-7D2A-4AEA-A6F4-4FF9077E43A6}" destId="{FA878096-5494-428A-BC5F-E5E600EF00F6}" srcOrd="3" destOrd="0" parTransId="{DA0E6393-E834-43A7-BA00-C62F50D4846A}" sibTransId="{979D60F8-041E-44F4-98CE-7517C1BF7C35}"/>
    <dgm:cxn modelId="{9678A3C6-3B01-324F-84B0-80E8D2BF4474}" type="presOf" srcId="{12EDA7C4-16B9-48D7-B231-F5D757F46C1B}" destId="{2DF0C12E-5D8E-E740-9AD4-5FCE605613D3}" srcOrd="1" destOrd="0" presId="urn:microsoft.com/office/officeart/2016/7/layout/VerticalDownArrowProcess"/>
    <dgm:cxn modelId="{1C7175D1-2514-8C41-A084-B2E0A4EF8673}" type="presOf" srcId="{115CE10E-6C0F-4125-B07A-42D3C3C14914}" destId="{E0B9DF28-9C31-F144-B98C-2A2449F68FB2}" srcOrd="0" destOrd="0" presId="urn:microsoft.com/office/officeart/2016/7/layout/VerticalDownArrowProcess"/>
    <dgm:cxn modelId="{CE025FFE-3F3A-4B30-8DCF-589A48C43148}" srcId="{CFAF3500-C1D5-498C-8FD5-C53E93C868AF}" destId="{5A92672D-2857-4CCA-9A7E-C1CFB91F653B}" srcOrd="0" destOrd="0" parTransId="{E82B589B-136A-4FFA-8BDD-DFA7F0C15E66}" sibTransId="{B39613D9-27FD-4879-93C7-DE2669A491AA}"/>
    <dgm:cxn modelId="{525F79AB-330A-1948-9D72-B534F67C3FED}" type="presParOf" srcId="{F664E859-F63B-C646-A5FB-699B701A8A14}" destId="{63C5E720-7C17-7647-BF9F-720A8EFEC9AF}" srcOrd="0" destOrd="0" presId="urn:microsoft.com/office/officeart/2016/7/layout/VerticalDownArrowProcess"/>
    <dgm:cxn modelId="{21DC30D0-3955-0E43-A09A-B660A819D19E}" type="presParOf" srcId="{63C5E720-7C17-7647-BF9F-720A8EFEC9AF}" destId="{FF8656AC-F76B-0948-9A32-CC0CA3715513}" srcOrd="0" destOrd="0" presId="urn:microsoft.com/office/officeart/2016/7/layout/VerticalDownArrowProcess"/>
    <dgm:cxn modelId="{8075012B-3F71-D34E-9F23-E6D9775E78CD}" type="presParOf" srcId="{63C5E720-7C17-7647-BF9F-720A8EFEC9AF}" destId="{56ACB224-CCD2-7D47-ACA9-AA648933E8CA}" srcOrd="1" destOrd="0" presId="urn:microsoft.com/office/officeart/2016/7/layout/VerticalDownArrowProcess"/>
    <dgm:cxn modelId="{AEE11B3B-B00E-2F45-BAD5-B8CA81493433}" type="presParOf" srcId="{F664E859-F63B-C646-A5FB-699B701A8A14}" destId="{A2AFE223-F851-BB42-8E40-2B72CB2F1899}" srcOrd="1" destOrd="0" presId="urn:microsoft.com/office/officeart/2016/7/layout/VerticalDownArrowProcess"/>
    <dgm:cxn modelId="{2F419806-4327-FC46-A764-6BE046A39F5B}" type="presParOf" srcId="{F664E859-F63B-C646-A5FB-699B701A8A14}" destId="{8EDBFDFF-4FD9-4D48-899B-F42E96681D03}" srcOrd="2" destOrd="0" presId="urn:microsoft.com/office/officeart/2016/7/layout/VerticalDownArrowProcess"/>
    <dgm:cxn modelId="{5A60A063-CB22-E943-ACF3-2CDA46BC7254}" type="presParOf" srcId="{8EDBFDFF-4FD9-4D48-899B-F42E96681D03}" destId="{05B46FB8-7FB2-C248-9090-4ECE3E3018C5}" srcOrd="0" destOrd="0" presId="urn:microsoft.com/office/officeart/2016/7/layout/VerticalDownArrowProcess"/>
    <dgm:cxn modelId="{A23AAC0A-4941-9A40-B26B-529FBEF20484}" type="presParOf" srcId="{8EDBFDFF-4FD9-4D48-899B-F42E96681D03}" destId="{B7E74D1C-6AD0-924A-942C-D00F396DD058}" srcOrd="1" destOrd="0" presId="urn:microsoft.com/office/officeart/2016/7/layout/VerticalDownArrowProcess"/>
    <dgm:cxn modelId="{4F2F98AC-0380-6944-A0E7-90FFEADC76C9}" type="presParOf" srcId="{8EDBFDFF-4FD9-4D48-899B-F42E96681D03}" destId="{E0B9DF28-9C31-F144-B98C-2A2449F68FB2}" srcOrd="2" destOrd="0" presId="urn:microsoft.com/office/officeart/2016/7/layout/VerticalDownArrowProcess"/>
    <dgm:cxn modelId="{969EF151-E5BB-994B-97C5-073D7BCD8760}" type="presParOf" srcId="{F664E859-F63B-C646-A5FB-699B701A8A14}" destId="{7F10F3EB-90CD-1643-9CCA-110EDF5C763C}" srcOrd="3" destOrd="0" presId="urn:microsoft.com/office/officeart/2016/7/layout/VerticalDownArrowProcess"/>
    <dgm:cxn modelId="{39FE4918-48F7-BD49-A24A-7030F7ABAF03}" type="presParOf" srcId="{F664E859-F63B-C646-A5FB-699B701A8A14}" destId="{1DAC1E1B-A9CC-AE4D-B3BD-136647B4D04B}" srcOrd="4" destOrd="0" presId="urn:microsoft.com/office/officeart/2016/7/layout/VerticalDownArrowProcess"/>
    <dgm:cxn modelId="{865E7862-E80A-8A4C-9D2B-AC6773BB560E}" type="presParOf" srcId="{1DAC1E1B-A9CC-AE4D-B3BD-136647B4D04B}" destId="{074136F9-E1A0-E64F-AE16-9C4541172447}" srcOrd="0" destOrd="0" presId="urn:microsoft.com/office/officeart/2016/7/layout/VerticalDownArrowProcess"/>
    <dgm:cxn modelId="{36CDFE52-AE94-B748-ACAA-8D81958B2311}" type="presParOf" srcId="{1DAC1E1B-A9CC-AE4D-B3BD-136647B4D04B}" destId="{AF6CF85C-9390-A045-B980-3E0F8EB07A3F}" srcOrd="1" destOrd="0" presId="urn:microsoft.com/office/officeart/2016/7/layout/VerticalDownArrowProcess"/>
    <dgm:cxn modelId="{6F3550CE-5DE4-A042-893D-FE22D3E67639}" type="presParOf" srcId="{1DAC1E1B-A9CC-AE4D-B3BD-136647B4D04B}" destId="{D1EFCD21-7CA2-8840-BF15-8539359DCAAE}" srcOrd="2" destOrd="0" presId="urn:microsoft.com/office/officeart/2016/7/layout/VerticalDownArrowProcess"/>
    <dgm:cxn modelId="{D8D7E76E-A74C-FD40-8C6D-486780B26F57}" type="presParOf" srcId="{F664E859-F63B-C646-A5FB-699B701A8A14}" destId="{F4196212-7633-1C4D-BD8C-C77799219A94}" srcOrd="5" destOrd="0" presId="urn:microsoft.com/office/officeart/2016/7/layout/VerticalDownArrowProcess"/>
    <dgm:cxn modelId="{62BF22F2-D1E8-6D43-8C77-B906297624F2}" type="presParOf" srcId="{F664E859-F63B-C646-A5FB-699B701A8A14}" destId="{9AD66DF8-A63D-CC44-AEC3-22B5DF502799}" srcOrd="6" destOrd="0" presId="urn:microsoft.com/office/officeart/2016/7/layout/VerticalDownArrowProcess"/>
    <dgm:cxn modelId="{D65F1F06-80B6-774C-A44B-06E4FF60AB18}" type="presParOf" srcId="{9AD66DF8-A63D-CC44-AEC3-22B5DF502799}" destId="{CA1AC361-0377-1348-B767-B4487ABE2855}" srcOrd="0" destOrd="0" presId="urn:microsoft.com/office/officeart/2016/7/layout/VerticalDownArrowProcess"/>
    <dgm:cxn modelId="{DB020E38-6387-E04F-AC3D-4A05122DD931}" type="presParOf" srcId="{9AD66DF8-A63D-CC44-AEC3-22B5DF502799}" destId="{2DF0C12E-5D8E-E740-9AD4-5FCE605613D3}" srcOrd="1" destOrd="0" presId="urn:microsoft.com/office/officeart/2016/7/layout/VerticalDownArrowProcess"/>
    <dgm:cxn modelId="{83DA777A-897C-D249-8452-E9AB19632875}" type="presParOf" srcId="{9AD66DF8-A63D-CC44-AEC3-22B5DF502799}" destId="{F9BE134C-61E0-C645-B49C-55D0895D974B}" srcOrd="2" destOrd="0" presId="urn:microsoft.com/office/officeart/2016/7/layout/VerticalDownArrowProcess"/>
    <dgm:cxn modelId="{BFBBFA92-AE29-AA49-AAEE-CA609740DDAF}" type="presParOf" srcId="{F664E859-F63B-C646-A5FB-699B701A8A14}" destId="{A9CB2176-E93F-D842-A7A8-2F7BBFDA4622}" srcOrd="7" destOrd="0" presId="urn:microsoft.com/office/officeart/2016/7/layout/VerticalDownArrowProcess"/>
    <dgm:cxn modelId="{8FE74894-F80B-3B47-B946-FCCA18B11814}" type="presParOf" srcId="{F664E859-F63B-C646-A5FB-699B701A8A14}" destId="{3AC6CB7B-2D09-B14B-81BE-B316C2DECEDC}" srcOrd="8" destOrd="0" presId="urn:microsoft.com/office/officeart/2016/7/layout/VerticalDownArrowProcess"/>
    <dgm:cxn modelId="{6B8B831A-E421-F341-B55E-27DE5A37A647}" type="presParOf" srcId="{3AC6CB7B-2D09-B14B-81BE-B316C2DECEDC}" destId="{2026E4D2-06D9-3D47-8298-E22179F20410}" srcOrd="0" destOrd="0" presId="urn:microsoft.com/office/officeart/2016/7/layout/VerticalDownArrowProcess"/>
    <dgm:cxn modelId="{5B015351-4FAC-9C4D-B965-DD3E85943C86}" type="presParOf" srcId="{3AC6CB7B-2D09-B14B-81BE-B316C2DECEDC}" destId="{0C0969CC-9A32-0743-9EC1-66228AF06323}" srcOrd="1" destOrd="0" presId="urn:microsoft.com/office/officeart/2016/7/layout/VerticalDownArrowProcess"/>
    <dgm:cxn modelId="{D4F77AE6-88C8-8344-B28C-61BA9CE6F96F}" type="presParOf" srcId="{3AC6CB7B-2D09-B14B-81BE-B316C2DECEDC}" destId="{346B5BD8-25C2-8F40-84B3-3E22B15890F7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6FD984-2B1B-4F3A-B197-196EE23791F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0A8AB24-E766-4EC4-9F55-71D472BD931A}">
      <dgm:prSet custT="1"/>
      <dgm:spPr/>
      <dgm:t>
        <a:bodyPr/>
        <a:lstStyle/>
        <a:p>
          <a:pPr>
            <a:defRPr cap="all"/>
          </a:pPr>
          <a:r>
            <a:rPr lang="en-US" sz="2000" dirty="0"/>
            <a:t>Structured and transparent literature synthesis</a:t>
          </a:r>
        </a:p>
      </dgm:t>
    </dgm:pt>
    <dgm:pt modelId="{BF30CA94-25B1-43E7-8DA2-BF8E9D7A3496}" type="parTrans" cxnId="{4C4EE534-0E2E-4263-9731-02AD8924B5FE}">
      <dgm:prSet/>
      <dgm:spPr/>
      <dgm:t>
        <a:bodyPr/>
        <a:lstStyle/>
        <a:p>
          <a:endParaRPr lang="en-US"/>
        </a:p>
      </dgm:t>
    </dgm:pt>
    <dgm:pt modelId="{6BA9525C-4A80-400C-B78A-089F3A9F0E26}" type="sibTrans" cxnId="{4C4EE534-0E2E-4263-9731-02AD8924B5FE}">
      <dgm:prSet/>
      <dgm:spPr/>
      <dgm:t>
        <a:bodyPr/>
        <a:lstStyle/>
        <a:p>
          <a:endParaRPr lang="en-US"/>
        </a:p>
      </dgm:t>
    </dgm:pt>
    <dgm:pt modelId="{E337B2AA-BC5B-4EA7-B4C0-EB4C8385B093}">
      <dgm:prSet custT="1"/>
      <dgm:spPr/>
      <dgm:t>
        <a:bodyPr/>
        <a:lstStyle/>
        <a:p>
          <a:pPr>
            <a:defRPr cap="all"/>
          </a:pPr>
          <a:r>
            <a:rPr lang="en-US" sz="2000"/>
            <a:t>Follows predefined protocols</a:t>
          </a:r>
        </a:p>
      </dgm:t>
    </dgm:pt>
    <dgm:pt modelId="{A0914501-E15E-4F83-A017-E7F4C97BC7A0}" type="parTrans" cxnId="{BE990506-D8B2-4F55-B625-5F09D09E1E75}">
      <dgm:prSet/>
      <dgm:spPr/>
      <dgm:t>
        <a:bodyPr/>
        <a:lstStyle/>
        <a:p>
          <a:endParaRPr lang="en-US"/>
        </a:p>
      </dgm:t>
    </dgm:pt>
    <dgm:pt modelId="{78A5A75E-8300-4FB6-93D4-90A998AC2018}" type="sibTrans" cxnId="{BE990506-D8B2-4F55-B625-5F09D09E1E75}">
      <dgm:prSet/>
      <dgm:spPr/>
      <dgm:t>
        <a:bodyPr/>
        <a:lstStyle/>
        <a:p>
          <a:endParaRPr lang="en-US"/>
        </a:p>
      </dgm:t>
    </dgm:pt>
    <dgm:pt modelId="{8812117C-C758-41E0-8C21-76FD2A344B02}">
      <dgm:prSet custT="1"/>
      <dgm:spPr/>
      <dgm:t>
        <a:bodyPr/>
        <a:lstStyle/>
        <a:p>
          <a:pPr>
            <a:defRPr cap="all"/>
          </a:pPr>
          <a:r>
            <a:rPr lang="en-US" sz="2000"/>
            <a:t>Comprehensive search strategy</a:t>
          </a:r>
        </a:p>
      </dgm:t>
    </dgm:pt>
    <dgm:pt modelId="{6BE9CCBC-0DE9-4041-8EE1-77271BF6718D}" type="parTrans" cxnId="{42928018-0228-4C17-920F-594E2F3D4453}">
      <dgm:prSet/>
      <dgm:spPr/>
      <dgm:t>
        <a:bodyPr/>
        <a:lstStyle/>
        <a:p>
          <a:endParaRPr lang="en-US"/>
        </a:p>
      </dgm:t>
    </dgm:pt>
    <dgm:pt modelId="{AD206E7B-B709-473F-8170-EC418B6261C8}" type="sibTrans" cxnId="{42928018-0228-4C17-920F-594E2F3D4453}">
      <dgm:prSet/>
      <dgm:spPr/>
      <dgm:t>
        <a:bodyPr/>
        <a:lstStyle/>
        <a:p>
          <a:endParaRPr lang="en-US"/>
        </a:p>
      </dgm:t>
    </dgm:pt>
    <dgm:pt modelId="{75823DFA-897A-460C-BC89-BC32AAF8D7A8}">
      <dgm:prSet custT="1"/>
      <dgm:spPr/>
      <dgm:t>
        <a:bodyPr/>
        <a:lstStyle/>
        <a:p>
          <a:pPr>
            <a:defRPr cap="all"/>
          </a:pPr>
          <a:r>
            <a:rPr lang="en-US" sz="2000" dirty="0"/>
            <a:t>Reproducible analysis and reporting</a:t>
          </a:r>
        </a:p>
      </dgm:t>
    </dgm:pt>
    <dgm:pt modelId="{1D81F790-020F-4FDA-BB87-F341544B1C6D}" type="parTrans" cxnId="{4CCF3124-2C7F-4358-8D0D-22AE82ECB42F}">
      <dgm:prSet/>
      <dgm:spPr/>
      <dgm:t>
        <a:bodyPr/>
        <a:lstStyle/>
        <a:p>
          <a:endParaRPr lang="en-US"/>
        </a:p>
      </dgm:t>
    </dgm:pt>
    <dgm:pt modelId="{FE7D4F4E-2AA6-47A7-BD23-13DBF6C8EE7F}" type="sibTrans" cxnId="{4CCF3124-2C7F-4358-8D0D-22AE82ECB42F}">
      <dgm:prSet/>
      <dgm:spPr/>
      <dgm:t>
        <a:bodyPr/>
        <a:lstStyle/>
        <a:p>
          <a:endParaRPr lang="en-US"/>
        </a:p>
      </dgm:t>
    </dgm:pt>
    <dgm:pt modelId="{0B53A28C-8683-4DE9-A417-EAE9022BCAC6}" type="pres">
      <dgm:prSet presAssocID="{676FD984-2B1B-4F3A-B197-196EE23791F7}" presName="root" presStyleCnt="0">
        <dgm:presLayoutVars>
          <dgm:dir/>
          <dgm:resizeHandles val="exact"/>
        </dgm:presLayoutVars>
      </dgm:prSet>
      <dgm:spPr/>
    </dgm:pt>
    <dgm:pt modelId="{409CA4E5-6478-4C63-9E44-38CF7A8E5A34}" type="pres">
      <dgm:prSet presAssocID="{70A8AB24-E766-4EC4-9F55-71D472BD931A}" presName="compNode" presStyleCnt="0"/>
      <dgm:spPr/>
    </dgm:pt>
    <dgm:pt modelId="{CE56C061-933D-41C4-A52A-6DE2A6A009B1}" type="pres">
      <dgm:prSet presAssocID="{70A8AB24-E766-4EC4-9F55-71D472BD931A}" presName="iconBgRect" presStyleLbl="bgShp" presStyleIdx="0" presStyleCnt="4"/>
      <dgm:spPr/>
    </dgm:pt>
    <dgm:pt modelId="{2A294021-88F9-4707-893B-4CCB0CD8EEB2}" type="pres">
      <dgm:prSet presAssocID="{70A8AB24-E766-4EC4-9F55-71D472BD931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239B60F-DB33-4E09-AB35-6487D688C8B5}" type="pres">
      <dgm:prSet presAssocID="{70A8AB24-E766-4EC4-9F55-71D472BD931A}" presName="spaceRect" presStyleCnt="0"/>
      <dgm:spPr/>
    </dgm:pt>
    <dgm:pt modelId="{8319D00B-9006-4103-A9FE-6E5C3C5A1A75}" type="pres">
      <dgm:prSet presAssocID="{70A8AB24-E766-4EC4-9F55-71D472BD931A}" presName="textRect" presStyleLbl="revTx" presStyleIdx="0" presStyleCnt="4">
        <dgm:presLayoutVars>
          <dgm:chMax val="1"/>
          <dgm:chPref val="1"/>
        </dgm:presLayoutVars>
      </dgm:prSet>
      <dgm:spPr/>
    </dgm:pt>
    <dgm:pt modelId="{8D2D1D34-1ADB-41A9-9F2F-2167AB117A55}" type="pres">
      <dgm:prSet presAssocID="{6BA9525C-4A80-400C-B78A-089F3A9F0E26}" presName="sibTrans" presStyleCnt="0"/>
      <dgm:spPr/>
    </dgm:pt>
    <dgm:pt modelId="{7B629919-E470-4404-96C8-E4F07077172F}" type="pres">
      <dgm:prSet presAssocID="{E337B2AA-BC5B-4EA7-B4C0-EB4C8385B093}" presName="compNode" presStyleCnt="0"/>
      <dgm:spPr/>
    </dgm:pt>
    <dgm:pt modelId="{B6AEB255-72DF-4388-BAC4-08CC7735C33B}" type="pres">
      <dgm:prSet presAssocID="{E337B2AA-BC5B-4EA7-B4C0-EB4C8385B093}" presName="iconBgRect" presStyleLbl="bgShp" presStyleIdx="1" presStyleCnt="4"/>
      <dgm:spPr/>
    </dgm:pt>
    <dgm:pt modelId="{7B1A1C56-140E-425E-9976-45863D01F53A}" type="pres">
      <dgm:prSet presAssocID="{E337B2AA-BC5B-4EA7-B4C0-EB4C8385B09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ADACA32-7F0B-4389-BA18-0FE8CE0B8A94}" type="pres">
      <dgm:prSet presAssocID="{E337B2AA-BC5B-4EA7-B4C0-EB4C8385B093}" presName="spaceRect" presStyleCnt="0"/>
      <dgm:spPr/>
    </dgm:pt>
    <dgm:pt modelId="{B60B1C97-F7CF-4DF1-87D7-A857C99F4B38}" type="pres">
      <dgm:prSet presAssocID="{E337B2AA-BC5B-4EA7-B4C0-EB4C8385B093}" presName="textRect" presStyleLbl="revTx" presStyleIdx="1" presStyleCnt="4">
        <dgm:presLayoutVars>
          <dgm:chMax val="1"/>
          <dgm:chPref val="1"/>
        </dgm:presLayoutVars>
      </dgm:prSet>
      <dgm:spPr/>
    </dgm:pt>
    <dgm:pt modelId="{477CDA16-292E-4BCB-A79D-7FC9E4EC8BCB}" type="pres">
      <dgm:prSet presAssocID="{78A5A75E-8300-4FB6-93D4-90A998AC2018}" presName="sibTrans" presStyleCnt="0"/>
      <dgm:spPr/>
    </dgm:pt>
    <dgm:pt modelId="{41A9A531-ACCF-4CD5-82DB-A881204CE8CF}" type="pres">
      <dgm:prSet presAssocID="{8812117C-C758-41E0-8C21-76FD2A344B02}" presName="compNode" presStyleCnt="0"/>
      <dgm:spPr/>
    </dgm:pt>
    <dgm:pt modelId="{B8E8A989-B1D9-4733-97AD-D671DB3AB6BF}" type="pres">
      <dgm:prSet presAssocID="{8812117C-C758-41E0-8C21-76FD2A344B02}" presName="iconBgRect" presStyleLbl="bgShp" presStyleIdx="2" presStyleCnt="4"/>
      <dgm:spPr/>
    </dgm:pt>
    <dgm:pt modelId="{AACCFAF9-575E-4BAB-AEA0-D46D1CA3B86F}" type="pres">
      <dgm:prSet presAssocID="{8812117C-C758-41E0-8C21-76FD2A344B0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883B565-3431-4B08-B125-A7C9798D59E1}" type="pres">
      <dgm:prSet presAssocID="{8812117C-C758-41E0-8C21-76FD2A344B02}" presName="spaceRect" presStyleCnt="0"/>
      <dgm:spPr/>
    </dgm:pt>
    <dgm:pt modelId="{98462F30-2C6D-4130-A877-D3AFBC3A7A7B}" type="pres">
      <dgm:prSet presAssocID="{8812117C-C758-41E0-8C21-76FD2A344B02}" presName="textRect" presStyleLbl="revTx" presStyleIdx="2" presStyleCnt="4">
        <dgm:presLayoutVars>
          <dgm:chMax val="1"/>
          <dgm:chPref val="1"/>
        </dgm:presLayoutVars>
      </dgm:prSet>
      <dgm:spPr/>
    </dgm:pt>
    <dgm:pt modelId="{73E17F20-BBCE-43E9-8A47-56FDBB3E5E20}" type="pres">
      <dgm:prSet presAssocID="{AD206E7B-B709-473F-8170-EC418B6261C8}" presName="sibTrans" presStyleCnt="0"/>
      <dgm:spPr/>
    </dgm:pt>
    <dgm:pt modelId="{C40361F6-4F2D-4E14-BB9B-6AEFC5F81C21}" type="pres">
      <dgm:prSet presAssocID="{75823DFA-897A-460C-BC89-BC32AAF8D7A8}" presName="compNode" presStyleCnt="0"/>
      <dgm:spPr/>
    </dgm:pt>
    <dgm:pt modelId="{DB0D52DC-7F40-4874-9E53-23A805FDA335}" type="pres">
      <dgm:prSet presAssocID="{75823DFA-897A-460C-BC89-BC32AAF8D7A8}" presName="iconBgRect" presStyleLbl="bgShp" presStyleIdx="3" presStyleCnt="4"/>
      <dgm:spPr/>
    </dgm:pt>
    <dgm:pt modelId="{F117E9E1-B825-40CA-BF1F-CC3FCD6EAE9D}" type="pres">
      <dgm:prSet presAssocID="{75823DFA-897A-460C-BC89-BC32AAF8D7A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749626C-8045-4194-BE62-83F9ABDFA7D3}" type="pres">
      <dgm:prSet presAssocID="{75823DFA-897A-460C-BC89-BC32AAF8D7A8}" presName="spaceRect" presStyleCnt="0"/>
      <dgm:spPr/>
    </dgm:pt>
    <dgm:pt modelId="{ED192B27-63DF-4E0B-B459-3956F478AA68}" type="pres">
      <dgm:prSet presAssocID="{75823DFA-897A-460C-BC89-BC32AAF8D7A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E990506-D8B2-4F55-B625-5F09D09E1E75}" srcId="{676FD984-2B1B-4F3A-B197-196EE23791F7}" destId="{E337B2AA-BC5B-4EA7-B4C0-EB4C8385B093}" srcOrd="1" destOrd="0" parTransId="{A0914501-E15E-4F83-A017-E7F4C97BC7A0}" sibTransId="{78A5A75E-8300-4FB6-93D4-90A998AC2018}"/>
    <dgm:cxn modelId="{42928018-0228-4C17-920F-594E2F3D4453}" srcId="{676FD984-2B1B-4F3A-B197-196EE23791F7}" destId="{8812117C-C758-41E0-8C21-76FD2A344B02}" srcOrd="2" destOrd="0" parTransId="{6BE9CCBC-0DE9-4041-8EE1-77271BF6718D}" sibTransId="{AD206E7B-B709-473F-8170-EC418B6261C8}"/>
    <dgm:cxn modelId="{4CCF3124-2C7F-4358-8D0D-22AE82ECB42F}" srcId="{676FD984-2B1B-4F3A-B197-196EE23791F7}" destId="{75823DFA-897A-460C-BC89-BC32AAF8D7A8}" srcOrd="3" destOrd="0" parTransId="{1D81F790-020F-4FDA-BB87-F341544B1C6D}" sibTransId="{FE7D4F4E-2AA6-47A7-BD23-13DBF6C8EE7F}"/>
    <dgm:cxn modelId="{4C4EE534-0E2E-4263-9731-02AD8924B5FE}" srcId="{676FD984-2B1B-4F3A-B197-196EE23791F7}" destId="{70A8AB24-E766-4EC4-9F55-71D472BD931A}" srcOrd="0" destOrd="0" parTransId="{BF30CA94-25B1-43E7-8DA2-BF8E9D7A3496}" sibTransId="{6BA9525C-4A80-400C-B78A-089F3A9F0E26}"/>
    <dgm:cxn modelId="{351F1A7B-3503-456C-8FC7-F6E6CE14AC4D}" type="presOf" srcId="{E337B2AA-BC5B-4EA7-B4C0-EB4C8385B093}" destId="{B60B1C97-F7CF-4DF1-87D7-A857C99F4B38}" srcOrd="0" destOrd="0" presId="urn:microsoft.com/office/officeart/2018/5/layout/IconCircleLabelList"/>
    <dgm:cxn modelId="{9D9C2A9C-A4CA-42AC-82B1-CA78C1C80231}" type="presOf" srcId="{75823DFA-897A-460C-BC89-BC32AAF8D7A8}" destId="{ED192B27-63DF-4E0B-B459-3956F478AA68}" srcOrd="0" destOrd="0" presId="urn:microsoft.com/office/officeart/2018/5/layout/IconCircleLabelList"/>
    <dgm:cxn modelId="{D49E6BCD-85C0-4BD5-A383-0AC4CC61FFC8}" type="presOf" srcId="{70A8AB24-E766-4EC4-9F55-71D472BD931A}" destId="{8319D00B-9006-4103-A9FE-6E5C3C5A1A75}" srcOrd="0" destOrd="0" presId="urn:microsoft.com/office/officeart/2018/5/layout/IconCircleLabelList"/>
    <dgm:cxn modelId="{96CAD7CE-4CBF-4ACB-BF7D-A92BFFC091CB}" type="presOf" srcId="{8812117C-C758-41E0-8C21-76FD2A344B02}" destId="{98462F30-2C6D-4130-A877-D3AFBC3A7A7B}" srcOrd="0" destOrd="0" presId="urn:microsoft.com/office/officeart/2018/5/layout/IconCircleLabelList"/>
    <dgm:cxn modelId="{FD34E6CF-D804-4AD9-9DA0-13C4D82FE3B8}" type="presOf" srcId="{676FD984-2B1B-4F3A-B197-196EE23791F7}" destId="{0B53A28C-8683-4DE9-A417-EAE9022BCAC6}" srcOrd="0" destOrd="0" presId="urn:microsoft.com/office/officeart/2018/5/layout/IconCircleLabelList"/>
    <dgm:cxn modelId="{9012CA97-6BD7-4A89-AB6B-90407DC91432}" type="presParOf" srcId="{0B53A28C-8683-4DE9-A417-EAE9022BCAC6}" destId="{409CA4E5-6478-4C63-9E44-38CF7A8E5A34}" srcOrd="0" destOrd="0" presId="urn:microsoft.com/office/officeart/2018/5/layout/IconCircleLabelList"/>
    <dgm:cxn modelId="{09F3D317-E46E-45EF-AC8E-C1AF7DCED09D}" type="presParOf" srcId="{409CA4E5-6478-4C63-9E44-38CF7A8E5A34}" destId="{CE56C061-933D-41C4-A52A-6DE2A6A009B1}" srcOrd="0" destOrd="0" presId="urn:microsoft.com/office/officeart/2018/5/layout/IconCircleLabelList"/>
    <dgm:cxn modelId="{1247E245-7AC4-4E9C-9121-F623936E3389}" type="presParOf" srcId="{409CA4E5-6478-4C63-9E44-38CF7A8E5A34}" destId="{2A294021-88F9-4707-893B-4CCB0CD8EEB2}" srcOrd="1" destOrd="0" presId="urn:microsoft.com/office/officeart/2018/5/layout/IconCircleLabelList"/>
    <dgm:cxn modelId="{4F3544D1-21E4-42D1-B407-865BE832A0BA}" type="presParOf" srcId="{409CA4E5-6478-4C63-9E44-38CF7A8E5A34}" destId="{1239B60F-DB33-4E09-AB35-6487D688C8B5}" srcOrd="2" destOrd="0" presId="urn:microsoft.com/office/officeart/2018/5/layout/IconCircleLabelList"/>
    <dgm:cxn modelId="{C1BCEC3C-3978-4975-B658-93287E007D17}" type="presParOf" srcId="{409CA4E5-6478-4C63-9E44-38CF7A8E5A34}" destId="{8319D00B-9006-4103-A9FE-6E5C3C5A1A75}" srcOrd="3" destOrd="0" presId="urn:microsoft.com/office/officeart/2018/5/layout/IconCircleLabelList"/>
    <dgm:cxn modelId="{61CC84E8-46E4-4E50-9773-9986EFAF46BF}" type="presParOf" srcId="{0B53A28C-8683-4DE9-A417-EAE9022BCAC6}" destId="{8D2D1D34-1ADB-41A9-9F2F-2167AB117A55}" srcOrd="1" destOrd="0" presId="urn:microsoft.com/office/officeart/2018/5/layout/IconCircleLabelList"/>
    <dgm:cxn modelId="{BBA4DDC2-60D4-4E86-A05E-2D0136AEAA00}" type="presParOf" srcId="{0B53A28C-8683-4DE9-A417-EAE9022BCAC6}" destId="{7B629919-E470-4404-96C8-E4F07077172F}" srcOrd="2" destOrd="0" presId="urn:microsoft.com/office/officeart/2018/5/layout/IconCircleLabelList"/>
    <dgm:cxn modelId="{B838E12A-B3A4-487A-ADF3-26F7639FBAEA}" type="presParOf" srcId="{7B629919-E470-4404-96C8-E4F07077172F}" destId="{B6AEB255-72DF-4388-BAC4-08CC7735C33B}" srcOrd="0" destOrd="0" presId="urn:microsoft.com/office/officeart/2018/5/layout/IconCircleLabelList"/>
    <dgm:cxn modelId="{9DB6AF04-C6FA-4094-9C37-70C87D677911}" type="presParOf" srcId="{7B629919-E470-4404-96C8-E4F07077172F}" destId="{7B1A1C56-140E-425E-9976-45863D01F53A}" srcOrd="1" destOrd="0" presId="urn:microsoft.com/office/officeart/2018/5/layout/IconCircleLabelList"/>
    <dgm:cxn modelId="{A88790B1-B797-4FA9-8635-070755DB51A8}" type="presParOf" srcId="{7B629919-E470-4404-96C8-E4F07077172F}" destId="{7ADACA32-7F0B-4389-BA18-0FE8CE0B8A94}" srcOrd="2" destOrd="0" presId="urn:microsoft.com/office/officeart/2018/5/layout/IconCircleLabelList"/>
    <dgm:cxn modelId="{8FD733FA-5E78-458C-A121-A923D9CD271D}" type="presParOf" srcId="{7B629919-E470-4404-96C8-E4F07077172F}" destId="{B60B1C97-F7CF-4DF1-87D7-A857C99F4B38}" srcOrd="3" destOrd="0" presId="urn:microsoft.com/office/officeart/2018/5/layout/IconCircleLabelList"/>
    <dgm:cxn modelId="{E23FF5E5-F4F6-4D20-B834-29E5226DB107}" type="presParOf" srcId="{0B53A28C-8683-4DE9-A417-EAE9022BCAC6}" destId="{477CDA16-292E-4BCB-A79D-7FC9E4EC8BCB}" srcOrd="3" destOrd="0" presId="urn:microsoft.com/office/officeart/2018/5/layout/IconCircleLabelList"/>
    <dgm:cxn modelId="{CC8CE591-81D3-425C-8CEC-14DD55A6CE49}" type="presParOf" srcId="{0B53A28C-8683-4DE9-A417-EAE9022BCAC6}" destId="{41A9A531-ACCF-4CD5-82DB-A881204CE8CF}" srcOrd="4" destOrd="0" presId="urn:microsoft.com/office/officeart/2018/5/layout/IconCircleLabelList"/>
    <dgm:cxn modelId="{12360DC0-E9F5-45B4-A5B5-A423956C4DB0}" type="presParOf" srcId="{41A9A531-ACCF-4CD5-82DB-A881204CE8CF}" destId="{B8E8A989-B1D9-4733-97AD-D671DB3AB6BF}" srcOrd="0" destOrd="0" presId="urn:microsoft.com/office/officeart/2018/5/layout/IconCircleLabelList"/>
    <dgm:cxn modelId="{717AF7B8-D04D-4E76-9D95-A3514FBE1268}" type="presParOf" srcId="{41A9A531-ACCF-4CD5-82DB-A881204CE8CF}" destId="{AACCFAF9-575E-4BAB-AEA0-D46D1CA3B86F}" srcOrd="1" destOrd="0" presId="urn:microsoft.com/office/officeart/2018/5/layout/IconCircleLabelList"/>
    <dgm:cxn modelId="{65A59234-AA3E-4B52-949B-7A7CBC64279E}" type="presParOf" srcId="{41A9A531-ACCF-4CD5-82DB-A881204CE8CF}" destId="{D883B565-3431-4B08-B125-A7C9798D59E1}" srcOrd="2" destOrd="0" presId="urn:microsoft.com/office/officeart/2018/5/layout/IconCircleLabelList"/>
    <dgm:cxn modelId="{6270C1A5-07F1-4427-8FB7-0C55B5F31F9D}" type="presParOf" srcId="{41A9A531-ACCF-4CD5-82DB-A881204CE8CF}" destId="{98462F30-2C6D-4130-A877-D3AFBC3A7A7B}" srcOrd="3" destOrd="0" presId="urn:microsoft.com/office/officeart/2018/5/layout/IconCircleLabelList"/>
    <dgm:cxn modelId="{2F7201A3-E5F9-4084-B06D-77C9BACF4FCA}" type="presParOf" srcId="{0B53A28C-8683-4DE9-A417-EAE9022BCAC6}" destId="{73E17F20-BBCE-43E9-8A47-56FDBB3E5E20}" srcOrd="5" destOrd="0" presId="urn:microsoft.com/office/officeart/2018/5/layout/IconCircleLabelList"/>
    <dgm:cxn modelId="{DBA9BC07-D69C-4528-B8B2-50211400E41A}" type="presParOf" srcId="{0B53A28C-8683-4DE9-A417-EAE9022BCAC6}" destId="{C40361F6-4F2D-4E14-BB9B-6AEFC5F81C21}" srcOrd="6" destOrd="0" presId="urn:microsoft.com/office/officeart/2018/5/layout/IconCircleLabelList"/>
    <dgm:cxn modelId="{F132BF38-EB20-47CF-8968-61F5E20DAB0A}" type="presParOf" srcId="{C40361F6-4F2D-4E14-BB9B-6AEFC5F81C21}" destId="{DB0D52DC-7F40-4874-9E53-23A805FDA335}" srcOrd="0" destOrd="0" presId="urn:microsoft.com/office/officeart/2018/5/layout/IconCircleLabelList"/>
    <dgm:cxn modelId="{E607AA75-34D7-4E73-9B37-81AC15F601C0}" type="presParOf" srcId="{C40361F6-4F2D-4E14-BB9B-6AEFC5F81C21}" destId="{F117E9E1-B825-40CA-BF1F-CC3FCD6EAE9D}" srcOrd="1" destOrd="0" presId="urn:microsoft.com/office/officeart/2018/5/layout/IconCircleLabelList"/>
    <dgm:cxn modelId="{B59242DC-4520-4198-9599-B03E9D35C3EB}" type="presParOf" srcId="{C40361F6-4F2D-4E14-BB9B-6AEFC5F81C21}" destId="{3749626C-8045-4194-BE62-83F9ABDFA7D3}" srcOrd="2" destOrd="0" presId="urn:microsoft.com/office/officeart/2018/5/layout/IconCircleLabelList"/>
    <dgm:cxn modelId="{203BD27D-5A81-420B-B72E-8B95B0B40870}" type="presParOf" srcId="{C40361F6-4F2D-4E14-BB9B-6AEFC5F81C21}" destId="{ED192B27-63DF-4E0B-B459-3956F478AA6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214C1F-E11B-46BE-88DD-3196CAE5C6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67C2A5-8134-48AF-A59C-1B50FC1753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Define research question</a:t>
          </a:r>
        </a:p>
      </dgm:t>
    </dgm:pt>
    <dgm:pt modelId="{7320DE3A-0705-401C-8A8F-B7FF62AEA093}" type="parTrans" cxnId="{F211C330-D387-4BBC-AC9E-5C790B6C450D}">
      <dgm:prSet/>
      <dgm:spPr/>
      <dgm:t>
        <a:bodyPr/>
        <a:lstStyle/>
        <a:p>
          <a:endParaRPr lang="en-US" sz="2000"/>
        </a:p>
      </dgm:t>
    </dgm:pt>
    <dgm:pt modelId="{20D17E22-C54D-4F4F-B1AB-6987EB64C399}" type="sibTrans" cxnId="{F211C330-D387-4BBC-AC9E-5C790B6C450D}">
      <dgm:prSet/>
      <dgm:spPr/>
      <dgm:t>
        <a:bodyPr/>
        <a:lstStyle/>
        <a:p>
          <a:endParaRPr lang="en-US"/>
        </a:p>
      </dgm:t>
    </dgm:pt>
    <dgm:pt modelId="{D70CA05B-8EB8-440E-AED9-58425179F4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Literature search</a:t>
          </a:r>
        </a:p>
      </dgm:t>
    </dgm:pt>
    <dgm:pt modelId="{9769C437-CF8D-4F96-A154-755105982062}" type="parTrans" cxnId="{C29464FE-49CE-469B-B0EA-F907F53B6BCC}">
      <dgm:prSet/>
      <dgm:spPr/>
      <dgm:t>
        <a:bodyPr/>
        <a:lstStyle/>
        <a:p>
          <a:endParaRPr lang="en-US" sz="2000"/>
        </a:p>
      </dgm:t>
    </dgm:pt>
    <dgm:pt modelId="{1F17C826-8DA5-4F95-A75C-BEECB3B0E44D}" type="sibTrans" cxnId="{C29464FE-49CE-469B-B0EA-F907F53B6BCC}">
      <dgm:prSet/>
      <dgm:spPr/>
      <dgm:t>
        <a:bodyPr/>
        <a:lstStyle/>
        <a:p>
          <a:endParaRPr lang="en-US"/>
        </a:p>
      </dgm:t>
    </dgm:pt>
    <dgm:pt modelId="{937ED576-C832-418C-B80E-4C966D3B81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Screening and eligibility</a:t>
          </a:r>
        </a:p>
      </dgm:t>
    </dgm:pt>
    <dgm:pt modelId="{8B7AA36D-A05E-4EE6-9315-BE59D2A9983E}" type="parTrans" cxnId="{25594180-D1FA-4A65-9A66-D43F0ABDDC40}">
      <dgm:prSet/>
      <dgm:spPr/>
      <dgm:t>
        <a:bodyPr/>
        <a:lstStyle/>
        <a:p>
          <a:endParaRPr lang="en-US" sz="2000"/>
        </a:p>
      </dgm:t>
    </dgm:pt>
    <dgm:pt modelId="{AA5A0A23-53E3-4402-8485-65DA01484140}" type="sibTrans" cxnId="{25594180-D1FA-4A65-9A66-D43F0ABDDC40}">
      <dgm:prSet/>
      <dgm:spPr/>
      <dgm:t>
        <a:bodyPr/>
        <a:lstStyle/>
        <a:p>
          <a:endParaRPr lang="en-US"/>
        </a:p>
      </dgm:t>
    </dgm:pt>
    <dgm:pt modelId="{BF81EEDF-7763-405D-88BD-7A0B8B7D64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extraction</a:t>
          </a:r>
        </a:p>
      </dgm:t>
    </dgm:pt>
    <dgm:pt modelId="{DFBBA55A-FD8F-4428-89F6-B95A206D1C6E}" type="parTrans" cxnId="{77D92457-2542-44A1-9104-D071364FB064}">
      <dgm:prSet/>
      <dgm:spPr/>
      <dgm:t>
        <a:bodyPr/>
        <a:lstStyle/>
        <a:p>
          <a:endParaRPr lang="en-US" sz="2000"/>
        </a:p>
      </dgm:t>
    </dgm:pt>
    <dgm:pt modelId="{2ECF7A75-6DA7-4F44-973D-F4ED7A740260}" type="sibTrans" cxnId="{77D92457-2542-44A1-9104-D071364FB064}">
      <dgm:prSet/>
      <dgm:spPr/>
      <dgm:t>
        <a:bodyPr/>
        <a:lstStyle/>
        <a:p>
          <a:endParaRPr lang="en-US"/>
        </a:p>
      </dgm:t>
    </dgm:pt>
    <dgm:pt modelId="{2A6F7A63-E29F-4D02-9E63-C5E3588FEA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Evidence synthesis and reporting</a:t>
          </a:r>
        </a:p>
      </dgm:t>
    </dgm:pt>
    <dgm:pt modelId="{996EA5CA-9D69-42BA-A717-BD005A8CF9EE}" type="parTrans" cxnId="{312A663B-B94C-4A0C-8FA3-07420131FBC8}">
      <dgm:prSet/>
      <dgm:spPr/>
      <dgm:t>
        <a:bodyPr/>
        <a:lstStyle/>
        <a:p>
          <a:endParaRPr lang="en-US" sz="2000"/>
        </a:p>
      </dgm:t>
    </dgm:pt>
    <dgm:pt modelId="{B56216E7-4AF7-4DF6-B78F-9814C3E46080}" type="sibTrans" cxnId="{312A663B-B94C-4A0C-8FA3-07420131FBC8}">
      <dgm:prSet/>
      <dgm:spPr/>
      <dgm:t>
        <a:bodyPr/>
        <a:lstStyle/>
        <a:p>
          <a:endParaRPr lang="en-US"/>
        </a:p>
      </dgm:t>
    </dgm:pt>
    <dgm:pt modelId="{CA76E0D8-368C-4557-B308-5D2C5BCC5D40}" type="pres">
      <dgm:prSet presAssocID="{9C214C1F-E11B-46BE-88DD-3196CAE5C683}" presName="root" presStyleCnt="0">
        <dgm:presLayoutVars>
          <dgm:dir/>
          <dgm:resizeHandles val="exact"/>
        </dgm:presLayoutVars>
      </dgm:prSet>
      <dgm:spPr/>
    </dgm:pt>
    <dgm:pt modelId="{935ECEFE-8994-465C-8235-CCE9C59E90DD}" type="pres">
      <dgm:prSet presAssocID="{4C67C2A5-8134-48AF-A59C-1B50FC17532D}" presName="compNode" presStyleCnt="0"/>
      <dgm:spPr/>
    </dgm:pt>
    <dgm:pt modelId="{467C0248-59F4-4490-82B9-251ABDF60AA5}" type="pres">
      <dgm:prSet presAssocID="{4C67C2A5-8134-48AF-A59C-1B50FC17532D}" presName="bgRect" presStyleLbl="bgShp" presStyleIdx="0" presStyleCnt="5"/>
      <dgm:spPr/>
    </dgm:pt>
    <dgm:pt modelId="{6FA47C84-3B3B-4C52-9325-B4E8C4A99E32}" type="pres">
      <dgm:prSet presAssocID="{4C67C2A5-8134-48AF-A59C-1B50FC17532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D49324AC-DD98-49C9-B20B-8867F2B4837A}" type="pres">
      <dgm:prSet presAssocID="{4C67C2A5-8134-48AF-A59C-1B50FC17532D}" presName="spaceRect" presStyleCnt="0"/>
      <dgm:spPr/>
    </dgm:pt>
    <dgm:pt modelId="{AA78E6B9-0595-4435-8BEC-F9FD1FA17069}" type="pres">
      <dgm:prSet presAssocID="{4C67C2A5-8134-48AF-A59C-1B50FC17532D}" presName="parTx" presStyleLbl="revTx" presStyleIdx="0" presStyleCnt="5">
        <dgm:presLayoutVars>
          <dgm:chMax val="0"/>
          <dgm:chPref val="0"/>
        </dgm:presLayoutVars>
      </dgm:prSet>
      <dgm:spPr/>
    </dgm:pt>
    <dgm:pt modelId="{95638A7A-3F2F-4F38-AFA8-F3EB28920D16}" type="pres">
      <dgm:prSet presAssocID="{20D17E22-C54D-4F4F-B1AB-6987EB64C399}" presName="sibTrans" presStyleCnt="0"/>
      <dgm:spPr/>
    </dgm:pt>
    <dgm:pt modelId="{C5CBB2B2-3E47-4FE4-A662-C762667C20E4}" type="pres">
      <dgm:prSet presAssocID="{D70CA05B-8EB8-440E-AED9-58425179F47C}" presName="compNode" presStyleCnt="0"/>
      <dgm:spPr/>
    </dgm:pt>
    <dgm:pt modelId="{75196E8B-E235-47E2-84F3-608FCEC34BB5}" type="pres">
      <dgm:prSet presAssocID="{D70CA05B-8EB8-440E-AED9-58425179F47C}" presName="bgRect" presStyleLbl="bgShp" presStyleIdx="1" presStyleCnt="5"/>
      <dgm:spPr/>
    </dgm:pt>
    <dgm:pt modelId="{75FE8030-704A-492F-A43A-8204A1A9FE5C}" type="pres">
      <dgm:prSet presAssocID="{D70CA05B-8EB8-440E-AED9-58425179F47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A0DBC7A-C6FC-4457-9EE7-DE53B686035B}" type="pres">
      <dgm:prSet presAssocID="{D70CA05B-8EB8-440E-AED9-58425179F47C}" presName="spaceRect" presStyleCnt="0"/>
      <dgm:spPr/>
    </dgm:pt>
    <dgm:pt modelId="{409059B5-DD1E-4470-841A-2DF86E4C1023}" type="pres">
      <dgm:prSet presAssocID="{D70CA05B-8EB8-440E-AED9-58425179F47C}" presName="parTx" presStyleLbl="revTx" presStyleIdx="1" presStyleCnt="5">
        <dgm:presLayoutVars>
          <dgm:chMax val="0"/>
          <dgm:chPref val="0"/>
        </dgm:presLayoutVars>
      </dgm:prSet>
      <dgm:spPr/>
    </dgm:pt>
    <dgm:pt modelId="{086BD5BD-37C5-4684-8B99-EF92F2E15052}" type="pres">
      <dgm:prSet presAssocID="{1F17C826-8DA5-4F95-A75C-BEECB3B0E44D}" presName="sibTrans" presStyleCnt="0"/>
      <dgm:spPr/>
    </dgm:pt>
    <dgm:pt modelId="{6CB4D692-85A5-448D-9561-7D00414D1592}" type="pres">
      <dgm:prSet presAssocID="{937ED576-C832-418C-B80E-4C966D3B8131}" presName="compNode" presStyleCnt="0"/>
      <dgm:spPr/>
    </dgm:pt>
    <dgm:pt modelId="{86DAAB3F-3444-4941-92A2-00D6DA211818}" type="pres">
      <dgm:prSet presAssocID="{937ED576-C832-418C-B80E-4C966D3B8131}" presName="bgRect" presStyleLbl="bgShp" presStyleIdx="2" presStyleCnt="5"/>
      <dgm:spPr/>
    </dgm:pt>
    <dgm:pt modelId="{9B361C4D-ACB4-492A-B3C2-B3C5D1FEE233}" type="pres">
      <dgm:prSet presAssocID="{937ED576-C832-418C-B80E-4C966D3B813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8814910-2C05-4A50-BB1E-621B1EC5D9B2}" type="pres">
      <dgm:prSet presAssocID="{937ED576-C832-418C-B80E-4C966D3B8131}" presName="spaceRect" presStyleCnt="0"/>
      <dgm:spPr/>
    </dgm:pt>
    <dgm:pt modelId="{9CC6B0F7-CF23-474D-9074-0CD9F1632411}" type="pres">
      <dgm:prSet presAssocID="{937ED576-C832-418C-B80E-4C966D3B8131}" presName="parTx" presStyleLbl="revTx" presStyleIdx="2" presStyleCnt="5">
        <dgm:presLayoutVars>
          <dgm:chMax val="0"/>
          <dgm:chPref val="0"/>
        </dgm:presLayoutVars>
      </dgm:prSet>
      <dgm:spPr/>
    </dgm:pt>
    <dgm:pt modelId="{5EEC4638-358D-4032-A579-8849A1CA667F}" type="pres">
      <dgm:prSet presAssocID="{AA5A0A23-53E3-4402-8485-65DA01484140}" presName="sibTrans" presStyleCnt="0"/>
      <dgm:spPr/>
    </dgm:pt>
    <dgm:pt modelId="{44A12CC9-D410-42E9-BB0A-0B05B0BFD514}" type="pres">
      <dgm:prSet presAssocID="{BF81EEDF-7763-405D-88BD-7A0B8B7D6417}" presName="compNode" presStyleCnt="0"/>
      <dgm:spPr/>
    </dgm:pt>
    <dgm:pt modelId="{AD8D198D-191A-4A17-ADD4-A85C9F42D201}" type="pres">
      <dgm:prSet presAssocID="{BF81EEDF-7763-405D-88BD-7A0B8B7D6417}" presName="bgRect" presStyleLbl="bgShp" presStyleIdx="3" presStyleCnt="5"/>
      <dgm:spPr/>
    </dgm:pt>
    <dgm:pt modelId="{C7CF16F1-00FD-4BED-A9DE-FB3ACFDDC5DB}" type="pres">
      <dgm:prSet presAssocID="{BF81EEDF-7763-405D-88BD-7A0B8B7D641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3217C4F-AC27-4770-B25F-878752C5AD4C}" type="pres">
      <dgm:prSet presAssocID="{BF81EEDF-7763-405D-88BD-7A0B8B7D6417}" presName="spaceRect" presStyleCnt="0"/>
      <dgm:spPr/>
    </dgm:pt>
    <dgm:pt modelId="{4557A275-C19A-43A7-97E4-693954CCED7B}" type="pres">
      <dgm:prSet presAssocID="{BF81EEDF-7763-405D-88BD-7A0B8B7D6417}" presName="parTx" presStyleLbl="revTx" presStyleIdx="3" presStyleCnt="5">
        <dgm:presLayoutVars>
          <dgm:chMax val="0"/>
          <dgm:chPref val="0"/>
        </dgm:presLayoutVars>
      </dgm:prSet>
      <dgm:spPr/>
    </dgm:pt>
    <dgm:pt modelId="{DC3317E8-4A6C-40F5-BD95-5F256B9095AD}" type="pres">
      <dgm:prSet presAssocID="{2ECF7A75-6DA7-4F44-973D-F4ED7A740260}" presName="sibTrans" presStyleCnt="0"/>
      <dgm:spPr/>
    </dgm:pt>
    <dgm:pt modelId="{F430D7D1-1870-4BC8-83C6-42284BADD835}" type="pres">
      <dgm:prSet presAssocID="{2A6F7A63-E29F-4D02-9E63-C5E3588FEA83}" presName="compNode" presStyleCnt="0"/>
      <dgm:spPr/>
    </dgm:pt>
    <dgm:pt modelId="{E804DC0A-1425-4BC9-87B8-CAB16A311F0B}" type="pres">
      <dgm:prSet presAssocID="{2A6F7A63-E29F-4D02-9E63-C5E3588FEA83}" presName="bgRect" presStyleLbl="bgShp" presStyleIdx="4" presStyleCnt="5"/>
      <dgm:spPr/>
    </dgm:pt>
    <dgm:pt modelId="{E32589AC-5D00-403D-9D72-1FB29E2E46B4}" type="pres">
      <dgm:prSet presAssocID="{2A6F7A63-E29F-4D02-9E63-C5E3588FEA8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8709981-F50A-42DF-80B3-8BC3454E2002}" type="pres">
      <dgm:prSet presAssocID="{2A6F7A63-E29F-4D02-9E63-C5E3588FEA83}" presName="spaceRect" presStyleCnt="0"/>
      <dgm:spPr/>
    </dgm:pt>
    <dgm:pt modelId="{01D4F9B3-F7F2-4252-BC9A-07A643A6E64B}" type="pres">
      <dgm:prSet presAssocID="{2A6F7A63-E29F-4D02-9E63-C5E3588FEA8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211C330-D387-4BBC-AC9E-5C790B6C450D}" srcId="{9C214C1F-E11B-46BE-88DD-3196CAE5C683}" destId="{4C67C2A5-8134-48AF-A59C-1B50FC17532D}" srcOrd="0" destOrd="0" parTransId="{7320DE3A-0705-401C-8A8F-B7FF62AEA093}" sibTransId="{20D17E22-C54D-4F4F-B1AB-6987EB64C399}"/>
    <dgm:cxn modelId="{312A663B-B94C-4A0C-8FA3-07420131FBC8}" srcId="{9C214C1F-E11B-46BE-88DD-3196CAE5C683}" destId="{2A6F7A63-E29F-4D02-9E63-C5E3588FEA83}" srcOrd="4" destOrd="0" parTransId="{996EA5CA-9D69-42BA-A717-BD005A8CF9EE}" sibTransId="{B56216E7-4AF7-4DF6-B78F-9814C3E46080}"/>
    <dgm:cxn modelId="{77D92457-2542-44A1-9104-D071364FB064}" srcId="{9C214C1F-E11B-46BE-88DD-3196CAE5C683}" destId="{BF81EEDF-7763-405D-88BD-7A0B8B7D6417}" srcOrd="3" destOrd="0" parTransId="{DFBBA55A-FD8F-4428-89F6-B95A206D1C6E}" sibTransId="{2ECF7A75-6DA7-4F44-973D-F4ED7A740260}"/>
    <dgm:cxn modelId="{25594180-D1FA-4A65-9A66-D43F0ABDDC40}" srcId="{9C214C1F-E11B-46BE-88DD-3196CAE5C683}" destId="{937ED576-C832-418C-B80E-4C966D3B8131}" srcOrd="2" destOrd="0" parTransId="{8B7AA36D-A05E-4EE6-9315-BE59D2A9983E}" sibTransId="{AA5A0A23-53E3-4402-8485-65DA01484140}"/>
    <dgm:cxn modelId="{A840E09F-EE6D-4340-8FEB-2BD07DB37C1E}" type="presOf" srcId="{2A6F7A63-E29F-4D02-9E63-C5E3588FEA83}" destId="{01D4F9B3-F7F2-4252-BC9A-07A643A6E64B}" srcOrd="0" destOrd="0" presId="urn:microsoft.com/office/officeart/2018/2/layout/IconVerticalSolidList"/>
    <dgm:cxn modelId="{82F50EA6-0227-9546-9559-97A3C4E06B7F}" type="presOf" srcId="{BF81EEDF-7763-405D-88BD-7A0B8B7D6417}" destId="{4557A275-C19A-43A7-97E4-693954CCED7B}" srcOrd="0" destOrd="0" presId="urn:microsoft.com/office/officeart/2018/2/layout/IconVerticalSolidList"/>
    <dgm:cxn modelId="{952ACCB5-DEB2-5A40-9E91-E8BE90AC7828}" type="presOf" srcId="{4C67C2A5-8134-48AF-A59C-1B50FC17532D}" destId="{AA78E6B9-0595-4435-8BEC-F9FD1FA17069}" srcOrd="0" destOrd="0" presId="urn:microsoft.com/office/officeart/2018/2/layout/IconVerticalSolidList"/>
    <dgm:cxn modelId="{CA1B69BA-B149-2F42-9971-244B90BC3984}" type="presOf" srcId="{D70CA05B-8EB8-440E-AED9-58425179F47C}" destId="{409059B5-DD1E-4470-841A-2DF86E4C1023}" srcOrd="0" destOrd="0" presId="urn:microsoft.com/office/officeart/2018/2/layout/IconVerticalSolidList"/>
    <dgm:cxn modelId="{D90876BA-C9DC-C741-9EC8-0D4D43C80BAA}" type="presOf" srcId="{9C214C1F-E11B-46BE-88DD-3196CAE5C683}" destId="{CA76E0D8-368C-4557-B308-5D2C5BCC5D40}" srcOrd="0" destOrd="0" presId="urn:microsoft.com/office/officeart/2018/2/layout/IconVerticalSolidList"/>
    <dgm:cxn modelId="{7CD991F2-3661-554B-8ECD-DCE417FA185A}" type="presOf" srcId="{937ED576-C832-418C-B80E-4C966D3B8131}" destId="{9CC6B0F7-CF23-474D-9074-0CD9F1632411}" srcOrd="0" destOrd="0" presId="urn:microsoft.com/office/officeart/2018/2/layout/IconVerticalSolidList"/>
    <dgm:cxn modelId="{C29464FE-49CE-469B-B0EA-F907F53B6BCC}" srcId="{9C214C1F-E11B-46BE-88DD-3196CAE5C683}" destId="{D70CA05B-8EB8-440E-AED9-58425179F47C}" srcOrd="1" destOrd="0" parTransId="{9769C437-CF8D-4F96-A154-755105982062}" sibTransId="{1F17C826-8DA5-4F95-A75C-BEECB3B0E44D}"/>
    <dgm:cxn modelId="{90016319-DEEF-0542-BD79-44BED8C0ADAE}" type="presParOf" srcId="{CA76E0D8-368C-4557-B308-5D2C5BCC5D40}" destId="{935ECEFE-8994-465C-8235-CCE9C59E90DD}" srcOrd="0" destOrd="0" presId="urn:microsoft.com/office/officeart/2018/2/layout/IconVerticalSolidList"/>
    <dgm:cxn modelId="{7B78EF3A-128F-DB4C-BCA4-0F471482095F}" type="presParOf" srcId="{935ECEFE-8994-465C-8235-CCE9C59E90DD}" destId="{467C0248-59F4-4490-82B9-251ABDF60AA5}" srcOrd="0" destOrd="0" presId="urn:microsoft.com/office/officeart/2018/2/layout/IconVerticalSolidList"/>
    <dgm:cxn modelId="{2894D2B7-09F2-E348-8A6C-10744A8FBF52}" type="presParOf" srcId="{935ECEFE-8994-465C-8235-CCE9C59E90DD}" destId="{6FA47C84-3B3B-4C52-9325-B4E8C4A99E32}" srcOrd="1" destOrd="0" presId="urn:microsoft.com/office/officeart/2018/2/layout/IconVerticalSolidList"/>
    <dgm:cxn modelId="{7A822569-57EB-874F-B419-CE7CC6F070B0}" type="presParOf" srcId="{935ECEFE-8994-465C-8235-CCE9C59E90DD}" destId="{D49324AC-DD98-49C9-B20B-8867F2B4837A}" srcOrd="2" destOrd="0" presId="urn:microsoft.com/office/officeart/2018/2/layout/IconVerticalSolidList"/>
    <dgm:cxn modelId="{4B5E431B-FE6F-6B47-A6DB-4D64B589D9D7}" type="presParOf" srcId="{935ECEFE-8994-465C-8235-CCE9C59E90DD}" destId="{AA78E6B9-0595-4435-8BEC-F9FD1FA17069}" srcOrd="3" destOrd="0" presId="urn:microsoft.com/office/officeart/2018/2/layout/IconVerticalSolidList"/>
    <dgm:cxn modelId="{AA43D13B-2F11-D644-9576-3B06516D0200}" type="presParOf" srcId="{CA76E0D8-368C-4557-B308-5D2C5BCC5D40}" destId="{95638A7A-3F2F-4F38-AFA8-F3EB28920D16}" srcOrd="1" destOrd="0" presId="urn:microsoft.com/office/officeart/2018/2/layout/IconVerticalSolidList"/>
    <dgm:cxn modelId="{F706DC1D-83ED-314C-8954-F371E2CFA2C6}" type="presParOf" srcId="{CA76E0D8-368C-4557-B308-5D2C5BCC5D40}" destId="{C5CBB2B2-3E47-4FE4-A662-C762667C20E4}" srcOrd="2" destOrd="0" presId="urn:microsoft.com/office/officeart/2018/2/layout/IconVerticalSolidList"/>
    <dgm:cxn modelId="{7FD7640C-FED9-F340-BD5F-9D77E96E0C81}" type="presParOf" srcId="{C5CBB2B2-3E47-4FE4-A662-C762667C20E4}" destId="{75196E8B-E235-47E2-84F3-608FCEC34BB5}" srcOrd="0" destOrd="0" presId="urn:microsoft.com/office/officeart/2018/2/layout/IconVerticalSolidList"/>
    <dgm:cxn modelId="{6391DB65-CF27-E94E-9C02-BF29A1DC888B}" type="presParOf" srcId="{C5CBB2B2-3E47-4FE4-A662-C762667C20E4}" destId="{75FE8030-704A-492F-A43A-8204A1A9FE5C}" srcOrd="1" destOrd="0" presId="urn:microsoft.com/office/officeart/2018/2/layout/IconVerticalSolidList"/>
    <dgm:cxn modelId="{B8CA5A12-734A-0E41-A1EF-1978E15880B8}" type="presParOf" srcId="{C5CBB2B2-3E47-4FE4-A662-C762667C20E4}" destId="{4A0DBC7A-C6FC-4457-9EE7-DE53B686035B}" srcOrd="2" destOrd="0" presId="urn:microsoft.com/office/officeart/2018/2/layout/IconVerticalSolidList"/>
    <dgm:cxn modelId="{C102A446-0EC4-3548-AE1F-141A2FF7194A}" type="presParOf" srcId="{C5CBB2B2-3E47-4FE4-A662-C762667C20E4}" destId="{409059B5-DD1E-4470-841A-2DF86E4C1023}" srcOrd="3" destOrd="0" presId="urn:microsoft.com/office/officeart/2018/2/layout/IconVerticalSolidList"/>
    <dgm:cxn modelId="{2D4486A8-AF53-8442-B253-A37037222895}" type="presParOf" srcId="{CA76E0D8-368C-4557-B308-5D2C5BCC5D40}" destId="{086BD5BD-37C5-4684-8B99-EF92F2E15052}" srcOrd="3" destOrd="0" presId="urn:microsoft.com/office/officeart/2018/2/layout/IconVerticalSolidList"/>
    <dgm:cxn modelId="{269FF39E-BB32-EA45-9022-732193A2C29C}" type="presParOf" srcId="{CA76E0D8-368C-4557-B308-5D2C5BCC5D40}" destId="{6CB4D692-85A5-448D-9561-7D00414D1592}" srcOrd="4" destOrd="0" presId="urn:microsoft.com/office/officeart/2018/2/layout/IconVerticalSolidList"/>
    <dgm:cxn modelId="{E34EBFC6-41F2-2145-970A-09F225730249}" type="presParOf" srcId="{6CB4D692-85A5-448D-9561-7D00414D1592}" destId="{86DAAB3F-3444-4941-92A2-00D6DA211818}" srcOrd="0" destOrd="0" presId="urn:microsoft.com/office/officeart/2018/2/layout/IconVerticalSolidList"/>
    <dgm:cxn modelId="{B4752769-E9A4-C443-A99C-DF594F1A17A1}" type="presParOf" srcId="{6CB4D692-85A5-448D-9561-7D00414D1592}" destId="{9B361C4D-ACB4-492A-B3C2-B3C5D1FEE233}" srcOrd="1" destOrd="0" presId="urn:microsoft.com/office/officeart/2018/2/layout/IconVerticalSolidList"/>
    <dgm:cxn modelId="{9EA4B240-FE67-6948-82E2-6B5C8CB96661}" type="presParOf" srcId="{6CB4D692-85A5-448D-9561-7D00414D1592}" destId="{68814910-2C05-4A50-BB1E-621B1EC5D9B2}" srcOrd="2" destOrd="0" presId="urn:microsoft.com/office/officeart/2018/2/layout/IconVerticalSolidList"/>
    <dgm:cxn modelId="{EEDA0194-FFB2-8241-81DE-7BB717F0F071}" type="presParOf" srcId="{6CB4D692-85A5-448D-9561-7D00414D1592}" destId="{9CC6B0F7-CF23-474D-9074-0CD9F1632411}" srcOrd="3" destOrd="0" presId="urn:microsoft.com/office/officeart/2018/2/layout/IconVerticalSolidList"/>
    <dgm:cxn modelId="{195651E5-855A-9B4A-9BD3-B7C38CEF93D4}" type="presParOf" srcId="{CA76E0D8-368C-4557-B308-5D2C5BCC5D40}" destId="{5EEC4638-358D-4032-A579-8849A1CA667F}" srcOrd="5" destOrd="0" presId="urn:microsoft.com/office/officeart/2018/2/layout/IconVerticalSolidList"/>
    <dgm:cxn modelId="{2E3CA489-9881-C84D-9FF3-A305839B0E4C}" type="presParOf" srcId="{CA76E0D8-368C-4557-B308-5D2C5BCC5D40}" destId="{44A12CC9-D410-42E9-BB0A-0B05B0BFD514}" srcOrd="6" destOrd="0" presId="urn:microsoft.com/office/officeart/2018/2/layout/IconVerticalSolidList"/>
    <dgm:cxn modelId="{331A57A5-93CC-3C4B-8DF1-7A192F0CE1B9}" type="presParOf" srcId="{44A12CC9-D410-42E9-BB0A-0B05B0BFD514}" destId="{AD8D198D-191A-4A17-ADD4-A85C9F42D201}" srcOrd="0" destOrd="0" presId="urn:microsoft.com/office/officeart/2018/2/layout/IconVerticalSolidList"/>
    <dgm:cxn modelId="{10BE6F24-5E1E-4C4A-87A6-D0D9D868CA54}" type="presParOf" srcId="{44A12CC9-D410-42E9-BB0A-0B05B0BFD514}" destId="{C7CF16F1-00FD-4BED-A9DE-FB3ACFDDC5DB}" srcOrd="1" destOrd="0" presId="urn:microsoft.com/office/officeart/2018/2/layout/IconVerticalSolidList"/>
    <dgm:cxn modelId="{AA10626B-9C9E-C541-8AB0-8B6D6974DB67}" type="presParOf" srcId="{44A12CC9-D410-42E9-BB0A-0B05B0BFD514}" destId="{D3217C4F-AC27-4770-B25F-878752C5AD4C}" srcOrd="2" destOrd="0" presId="urn:microsoft.com/office/officeart/2018/2/layout/IconVerticalSolidList"/>
    <dgm:cxn modelId="{ED281420-3C5A-3444-B9D1-6A1A39795AA4}" type="presParOf" srcId="{44A12CC9-D410-42E9-BB0A-0B05B0BFD514}" destId="{4557A275-C19A-43A7-97E4-693954CCED7B}" srcOrd="3" destOrd="0" presId="urn:microsoft.com/office/officeart/2018/2/layout/IconVerticalSolidList"/>
    <dgm:cxn modelId="{9BA8EF1B-231D-DE4F-A0EC-4A85910B4E8C}" type="presParOf" srcId="{CA76E0D8-368C-4557-B308-5D2C5BCC5D40}" destId="{DC3317E8-4A6C-40F5-BD95-5F256B9095AD}" srcOrd="7" destOrd="0" presId="urn:microsoft.com/office/officeart/2018/2/layout/IconVerticalSolidList"/>
    <dgm:cxn modelId="{31CD5AD9-1FAF-4D47-A96C-9D0F732BE344}" type="presParOf" srcId="{CA76E0D8-368C-4557-B308-5D2C5BCC5D40}" destId="{F430D7D1-1870-4BC8-83C6-42284BADD835}" srcOrd="8" destOrd="0" presId="urn:microsoft.com/office/officeart/2018/2/layout/IconVerticalSolidList"/>
    <dgm:cxn modelId="{22D078D2-E444-7D47-AF28-84A3762E0CF1}" type="presParOf" srcId="{F430D7D1-1870-4BC8-83C6-42284BADD835}" destId="{E804DC0A-1425-4BC9-87B8-CAB16A311F0B}" srcOrd="0" destOrd="0" presId="urn:microsoft.com/office/officeart/2018/2/layout/IconVerticalSolidList"/>
    <dgm:cxn modelId="{81991135-5B7C-DF4D-B1B0-FB7D97B6CF57}" type="presParOf" srcId="{F430D7D1-1870-4BC8-83C6-42284BADD835}" destId="{E32589AC-5D00-403D-9D72-1FB29E2E46B4}" srcOrd="1" destOrd="0" presId="urn:microsoft.com/office/officeart/2018/2/layout/IconVerticalSolidList"/>
    <dgm:cxn modelId="{4383F5D0-A401-C34F-96FE-A22B7F85B888}" type="presParOf" srcId="{F430D7D1-1870-4BC8-83C6-42284BADD835}" destId="{98709981-F50A-42DF-80B3-8BC3454E2002}" srcOrd="2" destOrd="0" presId="urn:microsoft.com/office/officeart/2018/2/layout/IconVerticalSolidList"/>
    <dgm:cxn modelId="{CF16BCD8-D610-E04C-A85D-01E74A297D77}" type="presParOf" srcId="{F430D7D1-1870-4BC8-83C6-42284BADD835}" destId="{01D4F9B3-F7F2-4252-BC9A-07A643A6E6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61B6BB-1580-B440-8B6F-7EB80A4B6995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</dgm:pt>
    <dgm:pt modelId="{74A94301-3F80-164C-84F0-11FF18937580}">
      <dgm:prSet phldrT="[Text]"/>
      <dgm:spPr/>
      <dgm:t>
        <a:bodyPr/>
        <a:lstStyle/>
        <a:p>
          <a:r>
            <a:rPr lang="en-GB"/>
            <a:t>Identify the PICO elements according to the reserach questions</a:t>
          </a:r>
        </a:p>
      </dgm:t>
    </dgm:pt>
    <dgm:pt modelId="{4FAB9AB1-6314-834A-B7C8-4608E9AC7D69}" type="parTrans" cxnId="{36561EC1-0589-9E46-AF43-684AFDFF116F}">
      <dgm:prSet/>
      <dgm:spPr/>
      <dgm:t>
        <a:bodyPr/>
        <a:lstStyle/>
        <a:p>
          <a:endParaRPr lang="en-GB"/>
        </a:p>
      </dgm:t>
    </dgm:pt>
    <dgm:pt modelId="{56BECBFD-3E37-7C4A-A493-F62553115B7C}" type="sibTrans" cxnId="{36561EC1-0589-9E46-AF43-684AFDFF116F}">
      <dgm:prSet/>
      <dgm:spPr/>
      <dgm:t>
        <a:bodyPr/>
        <a:lstStyle/>
        <a:p>
          <a:endParaRPr lang="en-GB"/>
        </a:p>
      </dgm:t>
    </dgm:pt>
    <dgm:pt modelId="{1481C730-576D-D44A-9485-42A991F921C8}">
      <dgm:prSet phldrT="[Text]"/>
      <dgm:spPr/>
      <dgm:t>
        <a:bodyPr/>
        <a:lstStyle/>
        <a:p>
          <a:r>
            <a:rPr lang="en-GB"/>
            <a:t>Plan the search strategy, identify the serach database resources</a:t>
          </a:r>
        </a:p>
      </dgm:t>
    </dgm:pt>
    <dgm:pt modelId="{B4E06A27-AAC1-AD4E-A272-8C478D8149AF}" type="parTrans" cxnId="{6E8EDB79-9DB6-1841-AD2E-8081D5903B33}">
      <dgm:prSet/>
      <dgm:spPr/>
      <dgm:t>
        <a:bodyPr/>
        <a:lstStyle/>
        <a:p>
          <a:endParaRPr lang="en-GB"/>
        </a:p>
      </dgm:t>
    </dgm:pt>
    <dgm:pt modelId="{D918F440-C451-2441-A8E8-D285961DFCC5}" type="sibTrans" cxnId="{6E8EDB79-9DB6-1841-AD2E-8081D5903B33}">
      <dgm:prSet/>
      <dgm:spPr/>
      <dgm:t>
        <a:bodyPr/>
        <a:lstStyle/>
        <a:p>
          <a:endParaRPr lang="en-GB"/>
        </a:p>
      </dgm:t>
    </dgm:pt>
    <dgm:pt modelId="{203B0AFB-04E4-B542-95ED-95E3B8079046}">
      <dgm:prSet phldrT="[Text]"/>
      <dgm:spPr/>
      <dgm:t>
        <a:bodyPr/>
        <a:lstStyle/>
        <a:p>
          <a:r>
            <a:rPr lang="en-GB"/>
            <a:t>Excute the search and record </a:t>
          </a:r>
          <a:r>
            <a:rPr lang="en-US" altLang="zh-CN"/>
            <a:t>the</a:t>
          </a:r>
          <a:r>
            <a:rPr lang="zh-CN" altLang="en-US"/>
            <a:t> </a:t>
          </a:r>
          <a:r>
            <a:rPr lang="en-US" altLang="zh-CN"/>
            <a:t>results</a:t>
          </a:r>
          <a:r>
            <a:rPr lang="zh-CN" altLang="en-US"/>
            <a:t> </a:t>
          </a:r>
          <a:r>
            <a:rPr lang="en-GB" altLang="zh-CN"/>
            <a:t>of each search</a:t>
          </a:r>
          <a:endParaRPr lang="en-GB"/>
        </a:p>
      </dgm:t>
    </dgm:pt>
    <dgm:pt modelId="{B1BBB16E-374D-9B4F-BA28-489E121E2A8C}" type="parTrans" cxnId="{A64906DD-60AE-D447-84DF-EE069563035F}">
      <dgm:prSet/>
      <dgm:spPr/>
      <dgm:t>
        <a:bodyPr/>
        <a:lstStyle/>
        <a:p>
          <a:endParaRPr lang="en-GB"/>
        </a:p>
      </dgm:t>
    </dgm:pt>
    <dgm:pt modelId="{E159FE0E-BCC2-4B42-A26D-8D89350EB894}" type="sibTrans" cxnId="{A64906DD-60AE-D447-84DF-EE069563035F}">
      <dgm:prSet/>
      <dgm:spPr/>
      <dgm:t>
        <a:bodyPr/>
        <a:lstStyle/>
        <a:p>
          <a:endParaRPr lang="en-GB"/>
        </a:p>
      </dgm:t>
    </dgm:pt>
    <dgm:pt modelId="{8E5FDE7D-4033-1C42-B6D6-E552F8F51C4E}">
      <dgm:prSet/>
      <dgm:spPr/>
      <dgm:t>
        <a:bodyPr/>
        <a:lstStyle/>
        <a:p>
          <a:r>
            <a:rPr lang="en-GB"/>
            <a:t>Refine the results and group the results with limiters</a:t>
          </a:r>
        </a:p>
      </dgm:t>
    </dgm:pt>
    <dgm:pt modelId="{0EB5379C-D1C5-F641-BE3D-A38AAB9936AD}" type="parTrans" cxnId="{D13E94D0-E292-E44C-8984-F4A6BD338D53}">
      <dgm:prSet/>
      <dgm:spPr/>
      <dgm:t>
        <a:bodyPr/>
        <a:lstStyle/>
        <a:p>
          <a:endParaRPr lang="en-GB"/>
        </a:p>
      </dgm:t>
    </dgm:pt>
    <dgm:pt modelId="{68F2685F-CB43-7F41-A416-22F2300F8BF9}" type="sibTrans" cxnId="{D13E94D0-E292-E44C-8984-F4A6BD338D53}">
      <dgm:prSet/>
      <dgm:spPr/>
      <dgm:t>
        <a:bodyPr/>
        <a:lstStyle/>
        <a:p>
          <a:endParaRPr lang="en-GB"/>
        </a:p>
      </dgm:t>
    </dgm:pt>
    <dgm:pt modelId="{1A737099-C737-8546-AEEF-955E6C18903C}">
      <dgm:prSet/>
      <dgm:spPr/>
      <dgm:t>
        <a:bodyPr/>
        <a:lstStyle/>
        <a:p>
          <a:r>
            <a:rPr lang="en-GB"/>
            <a:t>Review the literature </a:t>
          </a:r>
        </a:p>
      </dgm:t>
    </dgm:pt>
    <dgm:pt modelId="{7DCA52F8-27C0-D844-B969-F0C502C3F41F}" type="parTrans" cxnId="{F2C7F899-C07D-1A42-A1F2-9842E00E14D7}">
      <dgm:prSet/>
      <dgm:spPr/>
      <dgm:t>
        <a:bodyPr/>
        <a:lstStyle/>
        <a:p>
          <a:endParaRPr lang="en-GB"/>
        </a:p>
      </dgm:t>
    </dgm:pt>
    <dgm:pt modelId="{A245EF52-B256-8C4C-92C5-87FC92E9C033}" type="sibTrans" cxnId="{F2C7F899-C07D-1A42-A1F2-9842E00E14D7}">
      <dgm:prSet/>
      <dgm:spPr/>
      <dgm:t>
        <a:bodyPr/>
        <a:lstStyle/>
        <a:p>
          <a:endParaRPr lang="en-GB"/>
        </a:p>
      </dgm:t>
    </dgm:pt>
    <dgm:pt modelId="{3FE0B251-F395-BC42-B64D-0E37B93CDEE4}" type="pres">
      <dgm:prSet presAssocID="{D761B6BB-1580-B440-8B6F-7EB80A4B6995}" presName="vert0" presStyleCnt="0">
        <dgm:presLayoutVars>
          <dgm:dir/>
          <dgm:animOne val="branch"/>
          <dgm:animLvl val="lvl"/>
        </dgm:presLayoutVars>
      </dgm:prSet>
      <dgm:spPr/>
    </dgm:pt>
    <dgm:pt modelId="{2EADD9B9-E785-624D-9B0A-9A312717F4FB}" type="pres">
      <dgm:prSet presAssocID="{74A94301-3F80-164C-84F0-11FF18937580}" presName="thickLine" presStyleLbl="alignNode1" presStyleIdx="0" presStyleCnt="5"/>
      <dgm:spPr/>
    </dgm:pt>
    <dgm:pt modelId="{4596AA7E-73A8-6F4C-97C7-5828D3FA36B9}" type="pres">
      <dgm:prSet presAssocID="{74A94301-3F80-164C-84F0-11FF18937580}" presName="horz1" presStyleCnt="0"/>
      <dgm:spPr/>
    </dgm:pt>
    <dgm:pt modelId="{2B968B4A-1BF0-1447-8A51-63E2367567AF}" type="pres">
      <dgm:prSet presAssocID="{74A94301-3F80-164C-84F0-11FF18937580}" presName="tx1" presStyleLbl="revTx" presStyleIdx="0" presStyleCnt="5"/>
      <dgm:spPr/>
    </dgm:pt>
    <dgm:pt modelId="{BA405013-BBF7-1B49-A08A-7698DD8FEBE8}" type="pres">
      <dgm:prSet presAssocID="{74A94301-3F80-164C-84F0-11FF18937580}" presName="vert1" presStyleCnt="0"/>
      <dgm:spPr/>
    </dgm:pt>
    <dgm:pt modelId="{7B17A85C-C4E2-654B-8992-8CB95C94E2ED}" type="pres">
      <dgm:prSet presAssocID="{1481C730-576D-D44A-9485-42A991F921C8}" presName="thickLine" presStyleLbl="alignNode1" presStyleIdx="1" presStyleCnt="5"/>
      <dgm:spPr/>
    </dgm:pt>
    <dgm:pt modelId="{FB7DF614-56F5-3D40-AB7E-A64F6F353BD8}" type="pres">
      <dgm:prSet presAssocID="{1481C730-576D-D44A-9485-42A991F921C8}" presName="horz1" presStyleCnt="0"/>
      <dgm:spPr/>
    </dgm:pt>
    <dgm:pt modelId="{601CA716-8D05-9D4F-A1A5-5E7CF4714765}" type="pres">
      <dgm:prSet presAssocID="{1481C730-576D-D44A-9485-42A991F921C8}" presName="tx1" presStyleLbl="revTx" presStyleIdx="1" presStyleCnt="5"/>
      <dgm:spPr/>
    </dgm:pt>
    <dgm:pt modelId="{C293ADF4-C6AA-9341-957F-236083FB7E63}" type="pres">
      <dgm:prSet presAssocID="{1481C730-576D-D44A-9485-42A991F921C8}" presName="vert1" presStyleCnt="0"/>
      <dgm:spPr/>
    </dgm:pt>
    <dgm:pt modelId="{8B46677F-9480-3A48-A5B1-86DCE333865C}" type="pres">
      <dgm:prSet presAssocID="{203B0AFB-04E4-B542-95ED-95E3B8079046}" presName="thickLine" presStyleLbl="alignNode1" presStyleIdx="2" presStyleCnt="5"/>
      <dgm:spPr/>
    </dgm:pt>
    <dgm:pt modelId="{5BD0FD40-2104-B646-B341-77F0A817C387}" type="pres">
      <dgm:prSet presAssocID="{203B0AFB-04E4-B542-95ED-95E3B8079046}" presName="horz1" presStyleCnt="0"/>
      <dgm:spPr/>
    </dgm:pt>
    <dgm:pt modelId="{831887AB-E792-6840-88AA-6E17CB4178E8}" type="pres">
      <dgm:prSet presAssocID="{203B0AFB-04E4-B542-95ED-95E3B8079046}" presName="tx1" presStyleLbl="revTx" presStyleIdx="2" presStyleCnt="5"/>
      <dgm:spPr/>
    </dgm:pt>
    <dgm:pt modelId="{7ECD5BCF-1324-444C-8939-0B179B928E01}" type="pres">
      <dgm:prSet presAssocID="{203B0AFB-04E4-B542-95ED-95E3B8079046}" presName="vert1" presStyleCnt="0"/>
      <dgm:spPr/>
    </dgm:pt>
    <dgm:pt modelId="{B67A3F44-C806-1A4F-AEB8-A27E9BA1358A}" type="pres">
      <dgm:prSet presAssocID="{8E5FDE7D-4033-1C42-B6D6-E552F8F51C4E}" presName="thickLine" presStyleLbl="alignNode1" presStyleIdx="3" presStyleCnt="5"/>
      <dgm:spPr/>
    </dgm:pt>
    <dgm:pt modelId="{A7454D3A-375B-534B-B8EC-59FCA9A4329B}" type="pres">
      <dgm:prSet presAssocID="{8E5FDE7D-4033-1C42-B6D6-E552F8F51C4E}" presName="horz1" presStyleCnt="0"/>
      <dgm:spPr/>
    </dgm:pt>
    <dgm:pt modelId="{3386E64B-A827-2C45-A91E-5418810C415A}" type="pres">
      <dgm:prSet presAssocID="{8E5FDE7D-4033-1C42-B6D6-E552F8F51C4E}" presName="tx1" presStyleLbl="revTx" presStyleIdx="3" presStyleCnt="5"/>
      <dgm:spPr/>
    </dgm:pt>
    <dgm:pt modelId="{F1E93DFA-4968-D948-BCDD-C53674A764F7}" type="pres">
      <dgm:prSet presAssocID="{8E5FDE7D-4033-1C42-B6D6-E552F8F51C4E}" presName="vert1" presStyleCnt="0"/>
      <dgm:spPr/>
    </dgm:pt>
    <dgm:pt modelId="{41B6258B-86B6-0745-9CDE-E64CD6A1ACA6}" type="pres">
      <dgm:prSet presAssocID="{1A737099-C737-8546-AEEF-955E6C18903C}" presName="thickLine" presStyleLbl="alignNode1" presStyleIdx="4" presStyleCnt="5"/>
      <dgm:spPr/>
    </dgm:pt>
    <dgm:pt modelId="{03C559A8-A4A8-F343-A6D7-24B1968794C8}" type="pres">
      <dgm:prSet presAssocID="{1A737099-C737-8546-AEEF-955E6C18903C}" presName="horz1" presStyleCnt="0"/>
      <dgm:spPr/>
    </dgm:pt>
    <dgm:pt modelId="{AC2AEAEC-BD86-744C-A629-5A51B88E35C7}" type="pres">
      <dgm:prSet presAssocID="{1A737099-C737-8546-AEEF-955E6C18903C}" presName="tx1" presStyleLbl="revTx" presStyleIdx="4" presStyleCnt="5"/>
      <dgm:spPr/>
    </dgm:pt>
    <dgm:pt modelId="{C739021B-F864-654C-9A9D-E24BF1722EAD}" type="pres">
      <dgm:prSet presAssocID="{1A737099-C737-8546-AEEF-955E6C18903C}" presName="vert1" presStyleCnt="0"/>
      <dgm:spPr/>
    </dgm:pt>
  </dgm:ptLst>
  <dgm:cxnLst>
    <dgm:cxn modelId="{B1C06C08-11C8-AA40-BA2B-DE8A1060F768}" type="presOf" srcId="{74A94301-3F80-164C-84F0-11FF18937580}" destId="{2B968B4A-1BF0-1447-8A51-63E2367567AF}" srcOrd="0" destOrd="0" presId="urn:microsoft.com/office/officeart/2008/layout/LinedList"/>
    <dgm:cxn modelId="{6E8EDB79-9DB6-1841-AD2E-8081D5903B33}" srcId="{D761B6BB-1580-B440-8B6F-7EB80A4B6995}" destId="{1481C730-576D-D44A-9485-42A991F921C8}" srcOrd="1" destOrd="0" parTransId="{B4E06A27-AAC1-AD4E-A272-8C478D8149AF}" sibTransId="{D918F440-C451-2441-A8E8-D285961DFCC5}"/>
    <dgm:cxn modelId="{F052FA88-A611-DF41-A1DA-A518543EDFC4}" type="presOf" srcId="{1A737099-C737-8546-AEEF-955E6C18903C}" destId="{AC2AEAEC-BD86-744C-A629-5A51B88E35C7}" srcOrd="0" destOrd="0" presId="urn:microsoft.com/office/officeart/2008/layout/LinedList"/>
    <dgm:cxn modelId="{F2C7F899-C07D-1A42-A1F2-9842E00E14D7}" srcId="{D761B6BB-1580-B440-8B6F-7EB80A4B6995}" destId="{1A737099-C737-8546-AEEF-955E6C18903C}" srcOrd="4" destOrd="0" parTransId="{7DCA52F8-27C0-D844-B969-F0C502C3F41F}" sibTransId="{A245EF52-B256-8C4C-92C5-87FC92E9C033}"/>
    <dgm:cxn modelId="{C8C5E0A1-2E00-7E48-B70F-E5030296BC25}" type="presOf" srcId="{203B0AFB-04E4-B542-95ED-95E3B8079046}" destId="{831887AB-E792-6840-88AA-6E17CB4178E8}" srcOrd="0" destOrd="0" presId="urn:microsoft.com/office/officeart/2008/layout/LinedList"/>
    <dgm:cxn modelId="{967BDAB4-987D-C744-8BA1-3372548277D9}" type="presOf" srcId="{8E5FDE7D-4033-1C42-B6D6-E552F8F51C4E}" destId="{3386E64B-A827-2C45-A91E-5418810C415A}" srcOrd="0" destOrd="0" presId="urn:microsoft.com/office/officeart/2008/layout/LinedList"/>
    <dgm:cxn modelId="{36561EC1-0589-9E46-AF43-684AFDFF116F}" srcId="{D761B6BB-1580-B440-8B6F-7EB80A4B6995}" destId="{74A94301-3F80-164C-84F0-11FF18937580}" srcOrd="0" destOrd="0" parTransId="{4FAB9AB1-6314-834A-B7C8-4608E9AC7D69}" sibTransId="{56BECBFD-3E37-7C4A-A493-F62553115B7C}"/>
    <dgm:cxn modelId="{BA1827CF-D93B-9040-94EF-EF91A91166DF}" type="presOf" srcId="{D761B6BB-1580-B440-8B6F-7EB80A4B6995}" destId="{3FE0B251-F395-BC42-B64D-0E37B93CDEE4}" srcOrd="0" destOrd="0" presId="urn:microsoft.com/office/officeart/2008/layout/LinedList"/>
    <dgm:cxn modelId="{0F6B43CF-CF7D-7044-8D1A-699A70B31682}" type="presOf" srcId="{1481C730-576D-D44A-9485-42A991F921C8}" destId="{601CA716-8D05-9D4F-A1A5-5E7CF4714765}" srcOrd="0" destOrd="0" presId="urn:microsoft.com/office/officeart/2008/layout/LinedList"/>
    <dgm:cxn modelId="{D13E94D0-E292-E44C-8984-F4A6BD338D53}" srcId="{D761B6BB-1580-B440-8B6F-7EB80A4B6995}" destId="{8E5FDE7D-4033-1C42-B6D6-E552F8F51C4E}" srcOrd="3" destOrd="0" parTransId="{0EB5379C-D1C5-F641-BE3D-A38AAB9936AD}" sibTransId="{68F2685F-CB43-7F41-A416-22F2300F8BF9}"/>
    <dgm:cxn modelId="{A64906DD-60AE-D447-84DF-EE069563035F}" srcId="{D761B6BB-1580-B440-8B6F-7EB80A4B6995}" destId="{203B0AFB-04E4-B542-95ED-95E3B8079046}" srcOrd="2" destOrd="0" parTransId="{B1BBB16E-374D-9B4F-BA28-489E121E2A8C}" sibTransId="{E159FE0E-BCC2-4B42-A26D-8D89350EB894}"/>
    <dgm:cxn modelId="{CEA8C4F3-89F8-8E42-BBB8-6F8A8494AFBD}" type="presParOf" srcId="{3FE0B251-F395-BC42-B64D-0E37B93CDEE4}" destId="{2EADD9B9-E785-624D-9B0A-9A312717F4FB}" srcOrd="0" destOrd="0" presId="urn:microsoft.com/office/officeart/2008/layout/LinedList"/>
    <dgm:cxn modelId="{97D1BC03-98C5-B14B-8EA7-A58472D61E80}" type="presParOf" srcId="{3FE0B251-F395-BC42-B64D-0E37B93CDEE4}" destId="{4596AA7E-73A8-6F4C-97C7-5828D3FA36B9}" srcOrd="1" destOrd="0" presId="urn:microsoft.com/office/officeart/2008/layout/LinedList"/>
    <dgm:cxn modelId="{2D8EE8DA-685F-894F-BD0A-433CA29D6DB8}" type="presParOf" srcId="{4596AA7E-73A8-6F4C-97C7-5828D3FA36B9}" destId="{2B968B4A-1BF0-1447-8A51-63E2367567AF}" srcOrd="0" destOrd="0" presId="urn:microsoft.com/office/officeart/2008/layout/LinedList"/>
    <dgm:cxn modelId="{146E5EBA-F78E-6841-AE2E-742391019BF4}" type="presParOf" srcId="{4596AA7E-73A8-6F4C-97C7-5828D3FA36B9}" destId="{BA405013-BBF7-1B49-A08A-7698DD8FEBE8}" srcOrd="1" destOrd="0" presId="urn:microsoft.com/office/officeart/2008/layout/LinedList"/>
    <dgm:cxn modelId="{24DC3C42-B598-A643-AE47-6B0F36B861A7}" type="presParOf" srcId="{3FE0B251-F395-BC42-B64D-0E37B93CDEE4}" destId="{7B17A85C-C4E2-654B-8992-8CB95C94E2ED}" srcOrd="2" destOrd="0" presId="urn:microsoft.com/office/officeart/2008/layout/LinedList"/>
    <dgm:cxn modelId="{44716358-8F9C-7544-94E2-CBC92FE5FA44}" type="presParOf" srcId="{3FE0B251-F395-BC42-B64D-0E37B93CDEE4}" destId="{FB7DF614-56F5-3D40-AB7E-A64F6F353BD8}" srcOrd="3" destOrd="0" presId="urn:microsoft.com/office/officeart/2008/layout/LinedList"/>
    <dgm:cxn modelId="{B71211A0-B71F-5346-9C18-7E5BCBC4DD78}" type="presParOf" srcId="{FB7DF614-56F5-3D40-AB7E-A64F6F353BD8}" destId="{601CA716-8D05-9D4F-A1A5-5E7CF4714765}" srcOrd="0" destOrd="0" presId="urn:microsoft.com/office/officeart/2008/layout/LinedList"/>
    <dgm:cxn modelId="{74517A1F-FEF3-1943-9B8B-86441621A66B}" type="presParOf" srcId="{FB7DF614-56F5-3D40-AB7E-A64F6F353BD8}" destId="{C293ADF4-C6AA-9341-957F-236083FB7E63}" srcOrd="1" destOrd="0" presId="urn:microsoft.com/office/officeart/2008/layout/LinedList"/>
    <dgm:cxn modelId="{A988FF24-7877-4847-90C5-8F8C37DE0E1E}" type="presParOf" srcId="{3FE0B251-F395-BC42-B64D-0E37B93CDEE4}" destId="{8B46677F-9480-3A48-A5B1-86DCE333865C}" srcOrd="4" destOrd="0" presId="urn:microsoft.com/office/officeart/2008/layout/LinedList"/>
    <dgm:cxn modelId="{CD9A5B37-34A9-B745-A54A-28D597956824}" type="presParOf" srcId="{3FE0B251-F395-BC42-B64D-0E37B93CDEE4}" destId="{5BD0FD40-2104-B646-B341-77F0A817C387}" srcOrd="5" destOrd="0" presId="urn:microsoft.com/office/officeart/2008/layout/LinedList"/>
    <dgm:cxn modelId="{A3D877D3-CE16-C046-A5B1-8F5B6EB3099D}" type="presParOf" srcId="{5BD0FD40-2104-B646-B341-77F0A817C387}" destId="{831887AB-E792-6840-88AA-6E17CB4178E8}" srcOrd="0" destOrd="0" presId="urn:microsoft.com/office/officeart/2008/layout/LinedList"/>
    <dgm:cxn modelId="{028BEA79-F34E-E34E-A24D-42942A5E2918}" type="presParOf" srcId="{5BD0FD40-2104-B646-B341-77F0A817C387}" destId="{7ECD5BCF-1324-444C-8939-0B179B928E01}" srcOrd="1" destOrd="0" presId="urn:microsoft.com/office/officeart/2008/layout/LinedList"/>
    <dgm:cxn modelId="{B37F6F0D-D413-1C4C-B78C-8BFF10D211D7}" type="presParOf" srcId="{3FE0B251-F395-BC42-B64D-0E37B93CDEE4}" destId="{B67A3F44-C806-1A4F-AEB8-A27E9BA1358A}" srcOrd="6" destOrd="0" presId="urn:microsoft.com/office/officeart/2008/layout/LinedList"/>
    <dgm:cxn modelId="{221F365A-B479-CB44-B91B-FB4EF7ECBA7A}" type="presParOf" srcId="{3FE0B251-F395-BC42-B64D-0E37B93CDEE4}" destId="{A7454D3A-375B-534B-B8EC-59FCA9A4329B}" srcOrd="7" destOrd="0" presId="urn:microsoft.com/office/officeart/2008/layout/LinedList"/>
    <dgm:cxn modelId="{C47E4F57-CF59-5743-B4FC-4BF8C47A9036}" type="presParOf" srcId="{A7454D3A-375B-534B-B8EC-59FCA9A4329B}" destId="{3386E64B-A827-2C45-A91E-5418810C415A}" srcOrd="0" destOrd="0" presId="urn:microsoft.com/office/officeart/2008/layout/LinedList"/>
    <dgm:cxn modelId="{ED997A41-F525-CC4A-BC90-C13A3FC031C9}" type="presParOf" srcId="{A7454D3A-375B-534B-B8EC-59FCA9A4329B}" destId="{F1E93DFA-4968-D948-BCDD-C53674A764F7}" srcOrd="1" destOrd="0" presId="urn:microsoft.com/office/officeart/2008/layout/LinedList"/>
    <dgm:cxn modelId="{4032BBD7-6010-F84D-A025-ED84DE707D1C}" type="presParOf" srcId="{3FE0B251-F395-BC42-B64D-0E37B93CDEE4}" destId="{41B6258B-86B6-0745-9CDE-E64CD6A1ACA6}" srcOrd="8" destOrd="0" presId="urn:microsoft.com/office/officeart/2008/layout/LinedList"/>
    <dgm:cxn modelId="{88C25281-0B37-6F40-827B-6FBEB9429E0A}" type="presParOf" srcId="{3FE0B251-F395-BC42-B64D-0E37B93CDEE4}" destId="{03C559A8-A4A8-F343-A6D7-24B1968794C8}" srcOrd="9" destOrd="0" presId="urn:microsoft.com/office/officeart/2008/layout/LinedList"/>
    <dgm:cxn modelId="{49A0052E-DD91-B24A-84F2-FE31FFFB7305}" type="presParOf" srcId="{03C559A8-A4A8-F343-A6D7-24B1968794C8}" destId="{AC2AEAEC-BD86-744C-A629-5A51B88E35C7}" srcOrd="0" destOrd="0" presId="urn:microsoft.com/office/officeart/2008/layout/LinedList"/>
    <dgm:cxn modelId="{3344529D-4FE3-7F46-B71B-86B3E21008C1}" type="presParOf" srcId="{03C559A8-A4A8-F343-A6D7-24B1968794C8}" destId="{C739021B-F864-654C-9A9D-E24BF1722EA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B1CD613-8161-473E-954E-7E21EF6846D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26C911-DF6A-41E9-81C7-36D6046172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Import bibliographic records</a:t>
          </a:r>
        </a:p>
      </dgm:t>
    </dgm:pt>
    <dgm:pt modelId="{E62C12DA-CE08-4FFC-8F8D-2EB1875F5504}" type="parTrans" cxnId="{C0279678-E251-4ED0-AC8A-F2C216DA3AF9}">
      <dgm:prSet/>
      <dgm:spPr/>
      <dgm:t>
        <a:bodyPr/>
        <a:lstStyle/>
        <a:p>
          <a:endParaRPr lang="en-US"/>
        </a:p>
      </dgm:t>
    </dgm:pt>
    <dgm:pt modelId="{65EECFEC-A03D-4C1F-A20B-2D3DC139E71C}" type="sibTrans" cxnId="{C0279678-E251-4ED0-AC8A-F2C216DA3AF9}">
      <dgm:prSet/>
      <dgm:spPr/>
      <dgm:t>
        <a:bodyPr/>
        <a:lstStyle/>
        <a:p>
          <a:endParaRPr lang="en-US"/>
        </a:p>
      </dgm:t>
    </dgm:pt>
    <dgm:pt modelId="{886A857A-6903-4075-816B-39B9D50221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Deduplicate references</a:t>
          </a:r>
        </a:p>
      </dgm:t>
    </dgm:pt>
    <dgm:pt modelId="{AAA48AC4-2779-484E-9779-2313CCA3CE24}" type="parTrans" cxnId="{E7DD25AF-B1DD-40EE-9622-E823752CA13C}">
      <dgm:prSet/>
      <dgm:spPr/>
      <dgm:t>
        <a:bodyPr/>
        <a:lstStyle/>
        <a:p>
          <a:endParaRPr lang="en-US"/>
        </a:p>
      </dgm:t>
    </dgm:pt>
    <dgm:pt modelId="{C4C21414-9DC5-44F6-BBDE-EF3D05047322}" type="sibTrans" cxnId="{E7DD25AF-B1DD-40EE-9622-E823752CA13C}">
      <dgm:prSet/>
      <dgm:spPr/>
      <dgm:t>
        <a:bodyPr/>
        <a:lstStyle/>
        <a:p>
          <a:endParaRPr lang="en-US"/>
        </a:p>
      </dgm:t>
    </dgm:pt>
    <dgm:pt modelId="{83E07F5D-BA3D-43C4-B8C1-3A398F14C5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Assist screening processes</a:t>
          </a:r>
        </a:p>
      </dgm:t>
    </dgm:pt>
    <dgm:pt modelId="{081294E2-F5C6-4F12-8371-5361823E6308}" type="parTrans" cxnId="{6C555FEE-CF82-43B0-9190-A09C1A0C94DB}">
      <dgm:prSet/>
      <dgm:spPr/>
      <dgm:t>
        <a:bodyPr/>
        <a:lstStyle/>
        <a:p>
          <a:endParaRPr lang="en-US"/>
        </a:p>
      </dgm:t>
    </dgm:pt>
    <dgm:pt modelId="{BD759953-0C4D-47B4-8052-21B24013C078}" type="sibTrans" cxnId="{6C555FEE-CF82-43B0-9190-A09C1A0C94DB}">
      <dgm:prSet/>
      <dgm:spPr/>
      <dgm:t>
        <a:bodyPr/>
        <a:lstStyle/>
        <a:p>
          <a:endParaRPr lang="en-US"/>
        </a:p>
      </dgm:t>
    </dgm:pt>
    <dgm:pt modelId="{5EFE60AE-E554-4D31-9A4C-5A0475F815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 meta‑analysis</a:t>
          </a:r>
        </a:p>
      </dgm:t>
    </dgm:pt>
    <dgm:pt modelId="{B7FAC5C7-C4E4-471F-8492-2BA81F62E9B1}" type="parTrans" cxnId="{0CDEAE23-F5B2-480E-9E32-AC732334E80D}">
      <dgm:prSet/>
      <dgm:spPr/>
      <dgm:t>
        <a:bodyPr/>
        <a:lstStyle/>
        <a:p>
          <a:endParaRPr lang="en-US"/>
        </a:p>
      </dgm:t>
    </dgm:pt>
    <dgm:pt modelId="{6E0BC389-B488-47E9-8A44-0C93A53EEF3A}" type="sibTrans" cxnId="{0CDEAE23-F5B2-480E-9E32-AC732334E80D}">
      <dgm:prSet/>
      <dgm:spPr/>
      <dgm:t>
        <a:bodyPr/>
        <a:lstStyle/>
        <a:p>
          <a:endParaRPr lang="en-US"/>
        </a:p>
      </dgm:t>
    </dgm:pt>
    <dgm:pt modelId="{A2D8CA37-AA33-412E-AC18-E2CB84988F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Produce figures and reports</a:t>
          </a:r>
        </a:p>
      </dgm:t>
    </dgm:pt>
    <dgm:pt modelId="{2D6A8574-245B-41B0-8AE3-4A8CD0C71284}" type="parTrans" cxnId="{DA795A9D-BF2A-49A8-A5ED-825F74ADBE3D}">
      <dgm:prSet/>
      <dgm:spPr/>
      <dgm:t>
        <a:bodyPr/>
        <a:lstStyle/>
        <a:p>
          <a:endParaRPr lang="en-US"/>
        </a:p>
      </dgm:t>
    </dgm:pt>
    <dgm:pt modelId="{B41F8BEB-9A12-4CB3-8014-683D25E7BEED}" type="sibTrans" cxnId="{DA795A9D-BF2A-49A8-A5ED-825F74ADBE3D}">
      <dgm:prSet/>
      <dgm:spPr/>
      <dgm:t>
        <a:bodyPr/>
        <a:lstStyle/>
        <a:p>
          <a:endParaRPr lang="en-US"/>
        </a:p>
      </dgm:t>
    </dgm:pt>
    <dgm:pt modelId="{84BDD05D-5596-497F-B2C5-26082C0E276D}" type="pres">
      <dgm:prSet presAssocID="{CB1CD613-8161-473E-954E-7E21EF6846D9}" presName="root" presStyleCnt="0">
        <dgm:presLayoutVars>
          <dgm:dir/>
          <dgm:resizeHandles val="exact"/>
        </dgm:presLayoutVars>
      </dgm:prSet>
      <dgm:spPr/>
    </dgm:pt>
    <dgm:pt modelId="{FCD8F35B-0896-481C-8301-F56C79752E6D}" type="pres">
      <dgm:prSet presAssocID="{0226C911-DF6A-41E9-81C7-36D604617298}" presName="compNode" presStyleCnt="0"/>
      <dgm:spPr/>
    </dgm:pt>
    <dgm:pt modelId="{D31D4EA8-30A6-4CE6-9294-F67C4402F65C}" type="pres">
      <dgm:prSet presAssocID="{0226C911-DF6A-41E9-81C7-36D60461729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DD2684C-360B-4C7F-A4A5-4677FBADB5BA}" type="pres">
      <dgm:prSet presAssocID="{0226C911-DF6A-41E9-81C7-36D604617298}" presName="spaceRect" presStyleCnt="0"/>
      <dgm:spPr/>
    </dgm:pt>
    <dgm:pt modelId="{61C25B29-2B27-45EE-B6B3-F3B076EF2CE0}" type="pres">
      <dgm:prSet presAssocID="{0226C911-DF6A-41E9-81C7-36D604617298}" presName="textRect" presStyleLbl="revTx" presStyleIdx="0" presStyleCnt="5">
        <dgm:presLayoutVars>
          <dgm:chMax val="1"/>
          <dgm:chPref val="1"/>
        </dgm:presLayoutVars>
      </dgm:prSet>
      <dgm:spPr/>
    </dgm:pt>
    <dgm:pt modelId="{5251F472-DE6B-4458-9926-4DC1CB163038}" type="pres">
      <dgm:prSet presAssocID="{65EECFEC-A03D-4C1F-A20B-2D3DC139E71C}" presName="sibTrans" presStyleCnt="0"/>
      <dgm:spPr/>
    </dgm:pt>
    <dgm:pt modelId="{280FA18A-5097-41D5-BE52-BF9FE9D5EED0}" type="pres">
      <dgm:prSet presAssocID="{886A857A-6903-4075-816B-39B9D502211A}" presName="compNode" presStyleCnt="0"/>
      <dgm:spPr/>
    </dgm:pt>
    <dgm:pt modelId="{C7913D29-37A3-440E-B523-23B1F4143247}" type="pres">
      <dgm:prSet presAssocID="{886A857A-6903-4075-816B-39B9D502211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B8081A8-2335-4B85-9C5C-20E8E6CC1881}" type="pres">
      <dgm:prSet presAssocID="{886A857A-6903-4075-816B-39B9D502211A}" presName="spaceRect" presStyleCnt="0"/>
      <dgm:spPr/>
    </dgm:pt>
    <dgm:pt modelId="{DC3941AB-EE4E-4798-BDBE-0ADCCB95D6A3}" type="pres">
      <dgm:prSet presAssocID="{886A857A-6903-4075-816B-39B9D502211A}" presName="textRect" presStyleLbl="revTx" presStyleIdx="1" presStyleCnt="5">
        <dgm:presLayoutVars>
          <dgm:chMax val="1"/>
          <dgm:chPref val="1"/>
        </dgm:presLayoutVars>
      </dgm:prSet>
      <dgm:spPr/>
    </dgm:pt>
    <dgm:pt modelId="{AB4193A3-40CA-4E70-89E4-0DC2670568C9}" type="pres">
      <dgm:prSet presAssocID="{C4C21414-9DC5-44F6-BBDE-EF3D05047322}" presName="sibTrans" presStyleCnt="0"/>
      <dgm:spPr/>
    </dgm:pt>
    <dgm:pt modelId="{E98728A8-6395-45C5-AD88-153067FB52AD}" type="pres">
      <dgm:prSet presAssocID="{83E07F5D-BA3D-43C4-B8C1-3A398F14C53B}" presName="compNode" presStyleCnt="0"/>
      <dgm:spPr/>
    </dgm:pt>
    <dgm:pt modelId="{5272D6A1-4D91-4D9F-B49C-14AADA7D5CE8}" type="pres">
      <dgm:prSet presAssocID="{83E07F5D-BA3D-43C4-B8C1-3A398F14C53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347FAAA1-805B-4650-A673-6BB442A61972}" type="pres">
      <dgm:prSet presAssocID="{83E07F5D-BA3D-43C4-B8C1-3A398F14C53B}" presName="spaceRect" presStyleCnt="0"/>
      <dgm:spPr/>
    </dgm:pt>
    <dgm:pt modelId="{5CEBA4DE-F89A-45CC-99AB-7E2D0E56E07A}" type="pres">
      <dgm:prSet presAssocID="{83E07F5D-BA3D-43C4-B8C1-3A398F14C53B}" presName="textRect" presStyleLbl="revTx" presStyleIdx="2" presStyleCnt="5">
        <dgm:presLayoutVars>
          <dgm:chMax val="1"/>
          <dgm:chPref val="1"/>
        </dgm:presLayoutVars>
      </dgm:prSet>
      <dgm:spPr/>
    </dgm:pt>
    <dgm:pt modelId="{BD9FD248-8035-4CFC-A608-D0C6724F0A5E}" type="pres">
      <dgm:prSet presAssocID="{BD759953-0C4D-47B4-8052-21B24013C078}" presName="sibTrans" presStyleCnt="0"/>
      <dgm:spPr/>
    </dgm:pt>
    <dgm:pt modelId="{B9F2690C-DF72-40E0-A807-83F9BE7F9A04}" type="pres">
      <dgm:prSet presAssocID="{5EFE60AE-E554-4D31-9A4C-5A0475F815A1}" presName="compNode" presStyleCnt="0"/>
      <dgm:spPr/>
    </dgm:pt>
    <dgm:pt modelId="{01DDA58D-D0F3-432D-A66E-D43D1F5B2260}" type="pres">
      <dgm:prSet presAssocID="{5EFE60AE-E554-4D31-9A4C-5A0475F815A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F86056D7-5A4D-4F3C-9E4B-8AF8ADDB193C}" type="pres">
      <dgm:prSet presAssocID="{5EFE60AE-E554-4D31-9A4C-5A0475F815A1}" presName="spaceRect" presStyleCnt="0"/>
      <dgm:spPr/>
    </dgm:pt>
    <dgm:pt modelId="{C43CA9DC-DA0B-433E-8340-52BF35C83E32}" type="pres">
      <dgm:prSet presAssocID="{5EFE60AE-E554-4D31-9A4C-5A0475F815A1}" presName="textRect" presStyleLbl="revTx" presStyleIdx="3" presStyleCnt="5">
        <dgm:presLayoutVars>
          <dgm:chMax val="1"/>
          <dgm:chPref val="1"/>
        </dgm:presLayoutVars>
      </dgm:prSet>
      <dgm:spPr/>
    </dgm:pt>
    <dgm:pt modelId="{F328C105-EE82-4BDF-9675-DBA806B8D4C8}" type="pres">
      <dgm:prSet presAssocID="{6E0BC389-B488-47E9-8A44-0C93A53EEF3A}" presName="sibTrans" presStyleCnt="0"/>
      <dgm:spPr/>
    </dgm:pt>
    <dgm:pt modelId="{E36E189C-DD9F-4AE2-B3D1-E76273E59942}" type="pres">
      <dgm:prSet presAssocID="{A2D8CA37-AA33-412E-AC18-E2CB84988F2D}" presName="compNode" presStyleCnt="0"/>
      <dgm:spPr/>
    </dgm:pt>
    <dgm:pt modelId="{66E667AB-FC3C-47E1-B05F-4869ADD7D50A}" type="pres">
      <dgm:prSet presAssocID="{A2D8CA37-AA33-412E-AC18-E2CB84988F2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5E02F2F-EDF3-414A-82CB-7D9ADE991217}" type="pres">
      <dgm:prSet presAssocID="{A2D8CA37-AA33-412E-AC18-E2CB84988F2D}" presName="spaceRect" presStyleCnt="0"/>
      <dgm:spPr/>
    </dgm:pt>
    <dgm:pt modelId="{96CE1B09-6F68-4FB8-B661-4A3548A2923B}" type="pres">
      <dgm:prSet presAssocID="{A2D8CA37-AA33-412E-AC18-E2CB84988F2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BEE3507-E565-694C-8747-63034BF1B67E}" type="presOf" srcId="{0226C911-DF6A-41E9-81C7-36D604617298}" destId="{61C25B29-2B27-45EE-B6B3-F3B076EF2CE0}" srcOrd="0" destOrd="0" presId="urn:microsoft.com/office/officeart/2018/2/layout/IconLabelList"/>
    <dgm:cxn modelId="{FB037713-E43F-9540-A7FF-9A165268F48E}" type="presOf" srcId="{886A857A-6903-4075-816B-39B9D502211A}" destId="{DC3941AB-EE4E-4798-BDBE-0ADCCB95D6A3}" srcOrd="0" destOrd="0" presId="urn:microsoft.com/office/officeart/2018/2/layout/IconLabelList"/>
    <dgm:cxn modelId="{0CDEAE23-F5B2-480E-9E32-AC732334E80D}" srcId="{CB1CD613-8161-473E-954E-7E21EF6846D9}" destId="{5EFE60AE-E554-4D31-9A4C-5A0475F815A1}" srcOrd="3" destOrd="0" parTransId="{B7FAC5C7-C4E4-471F-8492-2BA81F62E9B1}" sibTransId="{6E0BC389-B488-47E9-8A44-0C93A53EEF3A}"/>
    <dgm:cxn modelId="{C0279678-E251-4ED0-AC8A-F2C216DA3AF9}" srcId="{CB1CD613-8161-473E-954E-7E21EF6846D9}" destId="{0226C911-DF6A-41E9-81C7-36D604617298}" srcOrd="0" destOrd="0" parTransId="{E62C12DA-CE08-4FFC-8F8D-2EB1875F5504}" sibTransId="{65EECFEC-A03D-4C1F-A20B-2D3DC139E71C}"/>
    <dgm:cxn modelId="{3A210B7B-9084-6F4C-B365-ACAFAD0FC5E0}" type="presOf" srcId="{A2D8CA37-AA33-412E-AC18-E2CB84988F2D}" destId="{96CE1B09-6F68-4FB8-B661-4A3548A2923B}" srcOrd="0" destOrd="0" presId="urn:microsoft.com/office/officeart/2018/2/layout/IconLabelList"/>
    <dgm:cxn modelId="{464A4C8D-DB0F-B24A-A2FA-1BE48A9F61FB}" type="presOf" srcId="{CB1CD613-8161-473E-954E-7E21EF6846D9}" destId="{84BDD05D-5596-497F-B2C5-26082C0E276D}" srcOrd="0" destOrd="0" presId="urn:microsoft.com/office/officeart/2018/2/layout/IconLabelList"/>
    <dgm:cxn modelId="{DA795A9D-BF2A-49A8-A5ED-825F74ADBE3D}" srcId="{CB1CD613-8161-473E-954E-7E21EF6846D9}" destId="{A2D8CA37-AA33-412E-AC18-E2CB84988F2D}" srcOrd="4" destOrd="0" parTransId="{2D6A8574-245B-41B0-8AE3-4A8CD0C71284}" sibTransId="{B41F8BEB-9A12-4CB3-8014-683D25E7BEED}"/>
    <dgm:cxn modelId="{7AA1E8AD-4641-6C43-8200-3C91899A3392}" type="presOf" srcId="{83E07F5D-BA3D-43C4-B8C1-3A398F14C53B}" destId="{5CEBA4DE-F89A-45CC-99AB-7E2D0E56E07A}" srcOrd="0" destOrd="0" presId="urn:microsoft.com/office/officeart/2018/2/layout/IconLabelList"/>
    <dgm:cxn modelId="{1E0FFBAE-29F3-4A4E-97AF-96D242C6A986}" type="presOf" srcId="{5EFE60AE-E554-4D31-9A4C-5A0475F815A1}" destId="{C43CA9DC-DA0B-433E-8340-52BF35C83E32}" srcOrd="0" destOrd="0" presId="urn:microsoft.com/office/officeart/2018/2/layout/IconLabelList"/>
    <dgm:cxn modelId="{E7DD25AF-B1DD-40EE-9622-E823752CA13C}" srcId="{CB1CD613-8161-473E-954E-7E21EF6846D9}" destId="{886A857A-6903-4075-816B-39B9D502211A}" srcOrd="1" destOrd="0" parTransId="{AAA48AC4-2779-484E-9779-2313CCA3CE24}" sibTransId="{C4C21414-9DC5-44F6-BBDE-EF3D05047322}"/>
    <dgm:cxn modelId="{6C555FEE-CF82-43B0-9190-A09C1A0C94DB}" srcId="{CB1CD613-8161-473E-954E-7E21EF6846D9}" destId="{83E07F5D-BA3D-43C4-B8C1-3A398F14C53B}" srcOrd="2" destOrd="0" parTransId="{081294E2-F5C6-4F12-8371-5361823E6308}" sibTransId="{BD759953-0C4D-47B4-8052-21B24013C078}"/>
    <dgm:cxn modelId="{1A5631E8-D322-A440-8EC9-EB166CDF7A34}" type="presParOf" srcId="{84BDD05D-5596-497F-B2C5-26082C0E276D}" destId="{FCD8F35B-0896-481C-8301-F56C79752E6D}" srcOrd="0" destOrd="0" presId="urn:microsoft.com/office/officeart/2018/2/layout/IconLabelList"/>
    <dgm:cxn modelId="{8B5F6793-23BE-AA4E-8EA5-F0BEE9422BED}" type="presParOf" srcId="{FCD8F35B-0896-481C-8301-F56C79752E6D}" destId="{D31D4EA8-30A6-4CE6-9294-F67C4402F65C}" srcOrd="0" destOrd="0" presId="urn:microsoft.com/office/officeart/2018/2/layout/IconLabelList"/>
    <dgm:cxn modelId="{5AAE0C6F-1ADA-FC4E-9A22-AF5F8A6134BF}" type="presParOf" srcId="{FCD8F35B-0896-481C-8301-F56C79752E6D}" destId="{2DD2684C-360B-4C7F-A4A5-4677FBADB5BA}" srcOrd="1" destOrd="0" presId="urn:microsoft.com/office/officeart/2018/2/layout/IconLabelList"/>
    <dgm:cxn modelId="{67B5D181-0547-294D-80C3-68EE2B0B56D4}" type="presParOf" srcId="{FCD8F35B-0896-481C-8301-F56C79752E6D}" destId="{61C25B29-2B27-45EE-B6B3-F3B076EF2CE0}" srcOrd="2" destOrd="0" presId="urn:microsoft.com/office/officeart/2018/2/layout/IconLabelList"/>
    <dgm:cxn modelId="{4BCBDADF-6FE7-1E41-A5BE-CB17F2D15CD5}" type="presParOf" srcId="{84BDD05D-5596-497F-B2C5-26082C0E276D}" destId="{5251F472-DE6B-4458-9926-4DC1CB163038}" srcOrd="1" destOrd="0" presId="urn:microsoft.com/office/officeart/2018/2/layout/IconLabelList"/>
    <dgm:cxn modelId="{9599FE8E-90FB-B54B-B968-CD1A90EF1613}" type="presParOf" srcId="{84BDD05D-5596-497F-B2C5-26082C0E276D}" destId="{280FA18A-5097-41D5-BE52-BF9FE9D5EED0}" srcOrd="2" destOrd="0" presId="urn:microsoft.com/office/officeart/2018/2/layout/IconLabelList"/>
    <dgm:cxn modelId="{F9290A79-7A0E-F54F-9E69-690622D51BCC}" type="presParOf" srcId="{280FA18A-5097-41D5-BE52-BF9FE9D5EED0}" destId="{C7913D29-37A3-440E-B523-23B1F4143247}" srcOrd="0" destOrd="0" presId="urn:microsoft.com/office/officeart/2018/2/layout/IconLabelList"/>
    <dgm:cxn modelId="{B3C585DC-AD9F-1241-829E-6FB3970A3517}" type="presParOf" srcId="{280FA18A-5097-41D5-BE52-BF9FE9D5EED0}" destId="{AB8081A8-2335-4B85-9C5C-20E8E6CC1881}" srcOrd="1" destOrd="0" presId="urn:microsoft.com/office/officeart/2018/2/layout/IconLabelList"/>
    <dgm:cxn modelId="{A424C4A6-3B55-FB45-954C-3FD4005DB5C2}" type="presParOf" srcId="{280FA18A-5097-41D5-BE52-BF9FE9D5EED0}" destId="{DC3941AB-EE4E-4798-BDBE-0ADCCB95D6A3}" srcOrd="2" destOrd="0" presId="urn:microsoft.com/office/officeart/2018/2/layout/IconLabelList"/>
    <dgm:cxn modelId="{4AD243B9-79A5-A14D-9D03-E353E28F44C3}" type="presParOf" srcId="{84BDD05D-5596-497F-B2C5-26082C0E276D}" destId="{AB4193A3-40CA-4E70-89E4-0DC2670568C9}" srcOrd="3" destOrd="0" presId="urn:microsoft.com/office/officeart/2018/2/layout/IconLabelList"/>
    <dgm:cxn modelId="{31E9C82A-6094-A64E-86B4-1F8D5EEC13AD}" type="presParOf" srcId="{84BDD05D-5596-497F-B2C5-26082C0E276D}" destId="{E98728A8-6395-45C5-AD88-153067FB52AD}" srcOrd="4" destOrd="0" presId="urn:microsoft.com/office/officeart/2018/2/layout/IconLabelList"/>
    <dgm:cxn modelId="{83AAF2B8-5829-E847-8FAE-F397133C927E}" type="presParOf" srcId="{E98728A8-6395-45C5-AD88-153067FB52AD}" destId="{5272D6A1-4D91-4D9F-B49C-14AADA7D5CE8}" srcOrd="0" destOrd="0" presId="urn:microsoft.com/office/officeart/2018/2/layout/IconLabelList"/>
    <dgm:cxn modelId="{6ABB9488-52FA-A745-9D90-F71D3A39F763}" type="presParOf" srcId="{E98728A8-6395-45C5-AD88-153067FB52AD}" destId="{347FAAA1-805B-4650-A673-6BB442A61972}" srcOrd="1" destOrd="0" presId="urn:microsoft.com/office/officeart/2018/2/layout/IconLabelList"/>
    <dgm:cxn modelId="{746C6277-2FFB-E645-880C-34A318C34EEE}" type="presParOf" srcId="{E98728A8-6395-45C5-AD88-153067FB52AD}" destId="{5CEBA4DE-F89A-45CC-99AB-7E2D0E56E07A}" srcOrd="2" destOrd="0" presId="urn:microsoft.com/office/officeart/2018/2/layout/IconLabelList"/>
    <dgm:cxn modelId="{8F805E64-1C15-DD49-BBB0-45725E90909F}" type="presParOf" srcId="{84BDD05D-5596-497F-B2C5-26082C0E276D}" destId="{BD9FD248-8035-4CFC-A608-D0C6724F0A5E}" srcOrd="5" destOrd="0" presId="urn:microsoft.com/office/officeart/2018/2/layout/IconLabelList"/>
    <dgm:cxn modelId="{C136579E-700F-A348-AA0A-AF9A799D0140}" type="presParOf" srcId="{84BDD05D-5596-497F-B2C5-26082C0E276D}" destId="{B9F2690C-DF72-40E0-A807-83F9BE7F9A04}" srcOrd="6" destOrd="0" presId="urn:microsoft.com/office/officeart/2018/2/layout/IconLabelList"/>
    <dgm:cxn modelId="{DE727CCC-C680-7741-A7EF-9D80CE4148C5}" type="presParOf" srcId="{B9F2690C-DF72-40E0-A807-83F9BE7F9A04}" destId="{01DDA58D-D0F3-432D-A66E-D43D1F5B2260}" srcOrd="0" destOrd="0" presId="urn:microsoft.com/office/officeart/2018/2/layout/IconLabelList"/>
    <dgm:cxn modelId="{A5040250-D061-6B4D-A4F8-111D75DED0C4}" type="presParOf" srcId="{B9F2690C-DF72-40E0-A807-83F9BE7F9A04}" destId="{F86056D7-5A4D-4F3C-9E4B-8AF8ADDB193C}" srcOrd="1" destOrd="0" presId="urn:microsoft.com/office/officeart/2018/2/layout/IconLabelList"/>
    <dgm:cxn modelId="{C763E2A2-C092-234A-A25B-3D23006A01AF}" type="presParOf" srcId="{B9F2690C-DF72-40E0-A807-83F9BE7F9A04}" destId="{C43CA9DC-DA0B-433E-8340-52BF35C83E32}" srcOrd="2" destOrd="0" presId="urn:microsoft.com/office/officeart/2018/2/layout/IconLabelList"/>
    <dgm:cxn modelId="{74F0D750-E68D-4548-A022-49B88A34154E}" type="presParOf" srcId="{84BDD05D-5596-497F-B2C5-26082C0E276D}" destId="{F328C105-EE82-4BDF-9675-DBA806B8D4C8}" srcOrd="7" destOrd="0" presId="urn:microsoft.com/office/officeart/2018/2/layout/IconLabelList"/>
    <dgm:cxn modelId="{E28EA892-156D-2C4A-A0C8-BB460A7B58F5}" type="presParOf" srcId="{84BDD05D-5596-497F-B2C5-26082C0E276D}" destId="{E36E189C-DD9F-4AE2-B3D1-E76273E59942}" srcOrd="8" destOrd="0" presId="urn:microsoft.com/office/officeart/2018/2/layout/IconLabelList"/>
    <dgm:cxn modelId="{22A7ED1A-85A5-FA4E-BD56-32A316A00E96}" type="presParOf" srcId="{E36E189C-DD9F-4AE2-B3D1-E76273E59942}" destId="{66E667AB-FC3C-47E1-B05F-4869ADD7D50A}" srcOrd="0" destOrd="0" presId="urn:microsoft.com/office/officeart/2018/2/layout/IconLabelList"/>
    <dgm:cxn modelId="{90DB0ECE-3EFB-A948-9374-16E769113D18}" type="presParOf" srcId="{E36E189C-DD9F-4AE2-B3D1-E76273E59942}" destId="{35E02F2F-EDF3-414A-82CB-7D9ADE991217}" srcOrd="1" destOrd="0" presId="urn:microsoft.com/office/officeart/2018/2/layout/IconLabelList"/>
    <dgm:cxn modelId="{2650553D-409C-1848-9202-8A0117E3AA11}" type="presParOf" srcId="{E36E189C-DD9F-4AE2-B3D1-E76273E59942}" destId="{96CE1B09-6F68-4FB8-B661-4A3548A2923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2D51CD3-2ACD-46B4-BD5A-C07629CE0AE2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584B25D-BFAA-4D37-8B47-F1ACEFBDB8C0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tx2"/>
        </a:solidFill>
      </dgm:spPr>
      <dgm:t>
        <a:bodyPr/>
        <a:lstStyle/>
        <a:p>
          <a:r>
            <a:rPr lang="en-US" sz="2000" b="1" dirty="0" err="1">
              <a:solidFill>
                <a:schemeClr val="bg1"/>
              </a:solidFill>
            </a:rPr>
            <a:t>revtools</a:t>
          </a:r>
          <a:endParaRPr lang="en-US" sz="2000" b="1" dirty="0">
            <a:solidFill>
              <a:schemeClr val="bg1"/>
            </a:solidFill>
          </a:endParaRPr>
        </a:p>
      </dgm:t>
    </dgm:pt>
    <dgm:pt modelId="{CAB0A727-EE28-4B58-B54B-F65D023E5793}" type="parTrans" cxnId="{8FCC5840-B982-4CB0-A3C4-F64EF242EDBA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5968C55C-8229-4002-81CA-C3C6C91C1B5F}" type="sibTrans" cxnId="{8FCC5840-B982-4CB0-A3C4-F64EF242EDBA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D1D4CA43-529D-C146-93B4-A63AFDEB55B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tx2"/>
        </a:solidFill>
      </dgm:spPr>
      <dgm:t>
        <a:bodyPr/>
        <a:lstStyle/>
        <a:p>
          <a:r>
            <a:rPr lang="en-GB" sz="2000" b="1" dirty="0" err="1">
              <a:solidFill>
                <a:schemeClr val="bg1"/>
              </a:solidFill>
            </a:rPr>
            <a:t>synthesisr</a:t>
          </a:r>
          <a:endParaRPr lang="en-US" sz="2000" b="1" dirty="0">
            <a:solidFill>
              <a:schemeClr val="bg1"/>
            </a:solidFill>
          </a:endParaRPr>
        </a:p>
      </dgm:t>
    </dgm:pt>
    <dgm:pt modelId="{08E3B931-E487-3840-B5B7-8D3F7BD6B06A}" type="parTrans" cxnId="{246648AA-3109-9F47-ADA9-E7E0EFA2DB34}">
      <dgm:prSet/>
      <dgm:spPr/>
      <dgm:t>
        <a:bodyPr/>
        <a:lstStyle/>
        <a:p>
          <a:endParaRPr lang="en-GB"/>
        </a:p>
      </dgm:t>
    </dgm:pt>
    <dgm:pt modelId="{5D75D338-CDC0-9D47-8EAD-894FC16C0EBB}" type="sibTrans" cxnId="{246648AA-3109-9F47-ADA9-E7E0EFA2DB34}">
      <dgm:prSet/>
      <dgm:spPr/>
      <dgm:t>
        <a:bodyPr/>
        <a:lstStyle/>
        <a:p>
          <a:endParaRPr lang="en-GB"/>
        </a:p>
      </dgm:t>
    </dgm:pt>
    <dgm:pt modelId="{5C34FA37-0B3E-9148-844C-179E62BAE436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tx2"/>
        </a:solidFill>
      </dgm:spPr>
      <dgm:t>
        <a:bodyPr/>
        <a:lstStyle/>
        <a:p>
          <a:r>
            <a:rPr lang="en-US" sz="2000" b="1" dirty="0" err="1">
              <a:solidFill>
                <a:schemeClr val="bg1"/>
              </a:solidFill>
            </a:rPr>
            <a:t>dplyr</a:t>
          </a:r>
          <a:endParaRPr lang="en-US" sz="2000" b="1" dirty="0">
            <a:solidFill>
              <a:schemeClr val="bg1"/>
            </a:solidFill>
          </a:endParaRPr>
        </a:p>
      </dgm:t>
    </dgm:pt>
    <dgm:pt modelId="{54416596-D5F6-2242-BC8A-2225B5309CB3}" type="parTrans" cxnId="{9582DB1F-B158-8449-840D-8794257D17AD}">
      <dgm:prSet/>
      <dgm:spPr/>
      <dgm:t>
        <a:bodyPr/>
        <a:lstStyle/>
        <a:p>
          <a:endParaRPr lang="en-GB"/>
        </a:p>
      </dgm:t>
    </dgm:pt>
    <dgm:pt modelId="{4773B668-84FE-144F-9E3D-40029451AEA1}" type="sibTrans" cxnId="{9582DB1F-B158-8449-840D-8794257D17AD}">
      <dgm:prSet/>
      <dgm:spPr/>
      <dgm:t>
        <a:bodyPr/>
        <a:lstStyle/>
        <a:p>
          <a:endParaRPr lang="en-GB"/>
        </a:p>
      </dgm:t>
    </dgm:pt>
    <dgm:pt modelId="{3A4AF049-9C27-474E-8CCB-0B7B6F370E69}" type="pres">
      <dgm:prSet presAssocID="{F2D51CD3-2ACD-46B4-BD5A-C07629CE0AE2}" presName="linear" presStyleCnt="0">
        <dgm:presLayoutVars>
          <dgm:dir/>
          <dgm:animLvl val="lvl"/>
          <dgm:resizeHandles val="exact"/>
        </dgm:presLayoutVars>
      </dgm:prSet>
      <dgm:spPr/>
    </dgm:pt>
    <dgm:pt modelId="{40936127-DC26-4D44-AEFC-CB2948DCA8BE}" type="pres">
      <dgm:prSet presAssocID="{E584B25D-BFAA-4D37-8B47-F1ACEFBDB8C0}" presName="parentLin" presStyleCnt="0"/>
      <dgm:spPr/>
    </dgm:pt>
    <dgm:pt modelId="{30F0AA1F-D50B-844A-AAF0-64CB8479735F}" type="pres">
      <dgm:prSet presAssocID="{E584B25D-BFAA-4D37-8B47-F1ACEFBDB8C0}" presName="parentLeftMargin" presStyleLbl="node1" presStyleIdx="0" presStyleCnt="3"/>
      <dgm:spPr/>
    </dgm:pt>
    <dgm:pt modelId="{8396FB74-1426-574F-9E4D-5F049A8A4143}" type="pres">
      <dgm:prSet presAssocID="{E584B25D-BFAA-4D37-8B47-F1ACEFBDB8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635376E-6E73-CC4E-836D-EF0E504B7DE6}" type="pres">
      <dgm:prSet presAssocID="{E584B25D-BFAA-4D37-8B47-F1ACEFBDB8C0}" presName="negativeSpace" presStyleCnt="0"/>
      <dgm:spPr/>
    </dgm:pt>
    <dgm:pt modelId="{A4CF5BC4-A6EF-6D41-8152-33875E8690C2}" type="pres">
      <dgm:prSet presAssocID="{E584B25D-BFAA-4D37-8B47-F1ACEFBDB8C0}" presName="childText" presStyleLbl="conFgAcc1" presStyleIdx="0" presStyleCnt="3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740E42C5-1A60-744D-B0BA-3FBCFE0CD9BB}" type="pres">
      <dgm:prSet presAssocID="{5968C55C-8229-4002-81CA-C3C6C91C1B5F}" presName="spaceBetweenRectangles" presStyleCnt="0"/>
      <dgm:spPr/>
    </dgm:pt>
    <dgm:pt modelId="{078F5207-BF00-7A48-8F04-53E9DEB94255}" type="pres">
      <dgm:prSet presAssocID="{D1D4CA43-529D-C146-93B4-A63AFDEB55B8}" presName="parentLin" presStyleCnt="0"/>
      <dgm:spPr/>
    </dgm:pt>
    <dgm:pt modelId="{223C88B1-14FA-FE4A-89F2-4350C1C6EB4A}" type="pres">
      <dgm:prSet presAssocID="{D1D4CA43-529D-C146-93B4-A63AFDEB55B8}" presName="parentLeftMargin" presStyleLbl="node1" presStyleIdx="0" presStyleCnt="3"/>
      <dgm:spPr/>
    </dgm:pt>
    <dgm:pt modelId="{178CB2BA-C83E-2A4E-9496-A56153DB2EA0}" type="pres">
      <dgm:prSet presAssocID="{D1D4CA43-529D-C146-93B4-A63AFDEB55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D2EA619-A60E-0F42-8F59-51695B7F6BFC}" type="pres">
      <dgm:prSet presAssocID="{D1D4CA43-529D-C146-93B4-A63AFDEB55B8}" presName="negativeSpace" presStyleCnt="0"/>
      <dgm:spPr/>
    </dgm:pt>
    <dgm:pt modelId="{74E40758-3C74-0647-8297-CA9F937D30AD}" type="pres">
      <dgm:prSet presAssocID="{D1D4CA43-529D-C146-93B4-A63AFDEB55B8}" presName="childText" presStyleLbl="conFgAcc1" presStyleIdx="1" presStyleCnt="3">
        <dgm:presLayoutVars>
          <dgm:bulletEnabled val="1"/>
        </dgm:presLayoutVars>
      </dgm:prSet>
      <dgm:spPr/>
    </dgm:pt>
    <dgm:pt modelId="{500F88BB-9E1D-5443-93AC-FFFBC09254EF}" type="pres">
      <dgm:prSet presAssocID="{5D75D338-CDC0-9D47-8EAD-894FC16C0EBB}" presName="spaceBetweenRectangles" presStyleCnt="0"/>
      <dgm:spPr/>
    </dgm:pt>
    <dgm:pt modelId="{ECBDC789-7C3B-7D41-B632-A071A3F9EB10}" type="pres">
      <dgm:prSet presAssocID="{5C34FA37-0B3E-9148-844C-179E62BAE436}" presName="parentLin" presStyleCnt="0"/>
      <dgm:spPr/>
    </dgm:pt>
    <dgm:pt modelId="{C356DEF6-32EA-8140-BFD7-8D018BA903E0}" type="pres">
      <dgm:prSet presAssocID="{5C34FA37-0B3E-9148-844C-179E62BAE436}" presName="parentLeftMargin" presStyleLbl="node1" presStyleIdx="1" presStyleCnt="3"/>
      <dgm:spPr/>
    </dgm:pt>
    <dgm:pt modelId="{44593E22-5F69-4D45-A513-1750F206EF6D}" type="pres">
      <dgm:prSet presAssocID="{5C34FA37-0B3E-9148-844C-179E62BAE43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B0D4558-7E67-C34B-96E2-83FD797F83B3}" type="pres">
      <dgm:prSet presAssocID="{5C34FA37-0B3E-9148-844C-179E62BAE436}" presName="negativeSpace" presStyleCnt="0"/>
      <dgm:spPr/>
    </dgm:pt>
    <dgm:pt modelId="{52C81650-DB61-274E-9727-6F50DA39C824}" type="pres">
      <dgm:prSet presAssocID="{5C34FA37-0B3E-9148-844C-179E62BAE43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37A651C-CF7E-674B-A40A-F7CCEF03195A}" type="presOf" srcId="{F2D51CD3-2ACD-46B4-BD5A-C07629CE0AE2}" destId="{3A4AF049-9C27-474E-8CCB-0B7B6F370E69}" srcOrd="0" destOrd="0" presId="urn:microsoft.com/office/officeart/2005/8/layout/list1"/>
    <dgm:cxn modelId="{9582DB1F-B158-8449-840D-8794257D17AD}" srcId="{F2D51CD3-2ACD-46B4-BD5A-C07629CE0AE2}" destId="{5C34FA37-0B3E-9148-844C-179E62BAE436}" srcOrd="2" destOrd="0" parTransId="{54416596-D5F6-2242-BC8A-2225B5309CB3}" sibTransId="{4773B668-84FE-144F-9E3D-40029451AEA1}"/>
    <dgm:cxn modelId="{06DEAF2F-8F76-8F46-8E4F-4E1FB4C14072}" type="presOf" srcId="{D1D4CA43-529D-C146-93B4-A63AFDEB55B8}" destId="{223C88B1-14FA-FE4A-89F2-4350C1C6EB4A}" srcOrd="0" destOrd="0" presId="urn:microsoft.com/office/officeart/2005/8/layout/list1"/>
    <dgm:cxn modelId="{8FCC5840-B982-4CB0-A3C4-F64EF242EDBA}" srcId="{F2D51CD3-2ACD-46B4-BD5A-C07629CE0AE2}" destId="{E584B25D-BFAA-4D37-8B47-F1ACEFBDB8C0}" srcOrd="0" destOrd="0" parTransId="{CAB0A727-EE28-4B58-B54B-F65D023E5793}" sibTransId="{5968C55C-8229-4002-81CA-C3C6C91C1B5F}"/>
    <dgm:cxn modelId="{6FC29A93-328E-304C-BFE3-F5EEC0405880}" type="presOf" srcId="{5C34FA37-0B3E-9148-844C-179E62BAE436}" destId="{44593E22-5F69-4D45-A513-1750F206EF6D}" srcOrd="1" destOrd="0" presId="urn:microsoft.com/office/officeart/2005/8/layout/list1"/>
    <dgm:cxn modelId="{246648AA-3109-9F47-ADA9-E7E0EFA2DB34}" srcId="{F2D51CD3-2ACD-46B4-BD5A-C07629CE0AE2}" destId="{D1D4CA43-529D-C146-93B4-A63AFDEB55B8}" srcOrd="1" destOrd="0" parTransId="{08E3B931-E487-3840-B5B7-8D3F7BD6B06A}" sibTransId="{5D75D338-CDC0-9D47-8EAD-894FC16C0EBB}"/>
    <dgm:cxn modelId="{7375CCB4-4408-FA4C-ADA0-46790EBDEBBC}" type="presOf" srcId="{E584B25D-BFAA-4D37-8B47-F1ACEFBDB8C0}" destId="{8396FB74-1426-574F-9E4D-5F049A8A4143}" srcOrd="1" destOrd="0" presId="urn:microsoft.com/office/officeart/2005/8/layout/list1"/>
    <dgm:cxn modelId="{8CC346CA-6A3A-B54C-BA0A-B10FA76A6C27}" type="presOf" srcId="{5C34FA37-0B3E-9148-844C-179E62BAE436}" destId="{C356DEF6-32EA-8140-BFD7-8D018BA903E0}" srcOrd="0" destOrd="0" presId="urn:microsoft.com/office/officeart/2005/8/layout/list1"/>
    <dgm:cxn modelId="{430893D1-E409-D643-BF1D-BF46C26D7CB7}" type="presOf" srcId="{E584B25D-BFAA-4D37-8B47-F1ACEFBDB8C0}" destId="{30F0AA1F-D50B-844A-AAF0-64CB8479735F}" srcOrd="0" destOrd="0" presId="urn:microsoft.com/office/officeart/2005/8/layout/list1"/>
    <dgm:cxn modelId="{C9323DEA-365C-DE41-BA06-263B2A1225F8}" type="presOf" srcId="{D1D4CA43-529D-C146-93B4-A63AFDEB55B8}" destId="{178CB2BA-C83E-2A4E-9496-A56153DB2EA0}" srcOrd="1" destOrd="0" presId="urn:microsoft.com/office/officeart/2005/8/layout/list1"/>
    <dgm:cxn modelId="{BDF90133-3F10-614A-B250-C46B811E8A1E}" type="presParOf" srcId="{3A4AF049-9C27-474E-8CCB-0B7B6F370E69}" destId="{40936127-DC26-4D44-AEFC-CB2948DCA8BE}" srcOrd="0" destOrd="0" presId="urn:microsoft.com/office/officeart/2005/8/layout/list1"/>
    <dgm:cxn modelId="{E5EACF63-AACE-4E4C-AAE1-1811C8AE64AE}" type="presParOf" srcId="{40936127-DC26-4D44-AEFC-CB2948DCA8BE}" destId="{30F0AA1F-D50B-844A-AAF0-64CB8479735F}" srcOrd="0" destOrd="0" presId="urn:microsoft.com/office/officeart/2005/8/layout/list1"/>
    <dgm:cxn modelId="{AF291F21-6219-AE4F-B11F-581CBB0396C3}" type="presParOf" srcId="{40936127-DC26-4D44-AEFC-CB2948DCA8BE}" destId="{8396FB74-1426-574F-9E4D-5F049A8A4143}" srcOrd="1" destOrd="0" presId="urn:microsoft.com/office/officeart/2005/8/layout/list1"/>
    <dgm:cxn modelId="{777E731D-1CFF-0A48-B6D2-11B377B90634}" type="presParOf" srcId="{3A4AF049-9C27-474E-8CCB-0B7B6F370E69}" destId="{0635376E-6E73-CC4E-836D-EF0E504B7DE6}" srcOrd="1" destOrd="0" presId="urn:microsoft.com/office/officeart/2005/8/layout/list1"/>
    <dgm:cxn modelId="{10648145-0509-5644-A351-B711038FEBB5}" type="presParOf" srcId="{3A4AF049-9C27-474E-8CCB-0B7B6F370E69}" destId="{A4CF5BC4-A6EF-6D41-8152-33875E8690C2}" srcOrd="2" destOrd="0" presId="urn:microsoft.com/office/officeart/2005/8/layout/list1"/>
    <dgm:cxn modelId="{DC7E7653-748F-144A-9818-85D8C1A29AC5}" type="presParOf" srcId="{3A4AF049-9C27-474E-8CCB-0B7B6F370E69}" destId="{740E42C5-1A60-744D-B0BA-3FBCFE0CD9BB}" srcOrd="3" destOrd="0" presId="urn:microsoft.com/office/officeart/2005/8/layout/list1"/>
    <dgm:cxn modelId="{8E4CE9FB-A493-C740-BFBA-75DA3BCDC2DE}" type="presParOf" srcId="{3A4AF049-9C27-474E-8CCB-0B7B6F370E69}" destId="{078F5207-BF00-7A48-8F04-53E9DEB94255}" srcOrd="4" destOrd="0" presId="urn:microsoft.com/office/officeart/2005/8/layout/list1"/>
    <dgm:cxn modelId="{8D84044B-1150-7546-BFF7-30713FADA327}" type="presParOf" srcId="{078F5207-BF00-7A48-8F04-53E9DEB94255}" destId="{223C88B1-14FA-FE4A-89F2-4350C1C6EB4A}" srcOrd="0" destOrd="0" presId="urn:microsoft.com/office/officeart/2005/8/layout/list1"/>
    <dgm:cxn modelId="{05DC9FDB-0EE3-2749-8F31-7075A65F397A}" type="presParOf" srcId="{078F5207-BF00-7A48-8F04-53E9DEB94255}" destId="{178CB2BA-C83E-2A4E-9496-A56153DB2EA0}" srcOrd="1" destOrd="0" presId="urn:microsoft.com/office/officeart/2005/8/layout/list1"/>
    <dgm:cxn modelId="{BEE0E047-55CD-FC4B-8806-868D346C8C3B}" type="presParOf" srcId="{3A4AF049-9C27-474E-8CCB-0B7B6F370E69}" destId="{FD2EA619-A60E-0F42-8F59-51695B7F6BFC}" srcOrd="5" destOrd="0" presId="urn:microsoft.com/office/officeart/2005/8/layout/list1"/>
    <dgm:cxn modelId="{2B77F8AC-3B9D-0643-ADB6-0E6115541A6D}" type="presParOf" srcId="{3A4AF049-9C27-474E-8CCB-0B7B6F370E69}" destId="{74E40758-3C74-0647-8297-CA9F937D30AD}" srcOrd="6" destOrd="0" presId="urn:microsoft.com/office/officeart/2005/8/layout/list1"/>
    <dgm:cxn modelId="{65AC1954-CD80-544B-B0A9-436F48DC83B6}" type="presParOf" srcId="{3A4AF049-9C27-474E-8CCB-0B7B6F370E69}" destId="{500F88BB-9E1D-5443-93AC-FFFBC09254EF}" srcOrd="7" destOrd="0" presId="urn:microsoft.com/office/officeart/2005/8/layout/list1"/>
    <dgm:cxn modelId="{78811AF0-507F-B140-975B-5325BFB6D322}" type="presParOf" srcId="{3A4AF049-9C27-474E-8CCB-0B7B6F370E69}" destId="{ECBDC789-7C3B-7D41-B632-A071A3F9EB10}" srcOrd="8" destOrd="0" presId="urn:microsoft.com/office/officeart/2005/8/layout/list1"/>
    <dgm:cxn modelId="{E263FCB0-6E6A-8041-8971-151F166C766F}" type="presParOf" srcId="{ECBDC789-7C3B-7D41-B632-A071A3F9EB10}" destId="{C356DEF6-32EA-8140-BFD7-8D018BA903E0}" srcOrd="0" destOrd="0" presId="urn:microsoft.com/office/officeart/2005/8/layout/list1"/>
    <dgm:cxn modelId="{106307BC-1049-EC44-8F3A-A67A020F1FC7}" type="presParOf" srcId="{ECBDC789-7C3B-7D41-B632-A071A3F9EB10}" destId="{44593E22-5F69-4D45-A513-1750F206EF6D}" srcOrd="1" destOrd="0" presId="urn:microsoft.com/office/officeart/2005/8/layout/list1"/>
    <dgm:cxn modelId="{D38FDECB-D7B7-F947-833B-FD987C13A39D}" type="presParOf" srcId="{3A4AF049-9C27-474E-8CCB-0B7B6F370E69}" destId="{EB0D4558-7E67-C34B-96E2-83FD797F83B3}" srcOrd="9" destOrd="0" presId="urn:microsoft.com/office/officeart/2005/8/layout/list1"/>
    <dgm:cxn modelId="{3DF0FD87-7011-B241-BC7D-D8C4EA7F6429}" type="presParOf" srcId="{3A4AF049-9C27-474E-8CCB-0B7B6F370E69}" destId="{52C81650-DB61-274E-9727-6F50DA39C82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7C176C4-53CC-44EC-B592-C3599D978C0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9973854-9C78-41C9-8B37-18820758DBA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Scopus</a:t>
          </a:r>
        </a:p>
      </dgm:t>
    </dgm:pt>
    <dgm:pt modelId="{EDD59E61-FC5C-4413-AC78-5F0C6D244C15}" type="parTrans" cxnId="{A8385E07-6128-47AE-A67D-EAAD35F4E34B}">
      <dgm:prSet/>
      <dgm:spPr/>
      <dgm:t>
        <a:bodyPr/>
        <a:lstStyle/>
        <a:p>
          <a:endParaRPr lang="en-US"/>
        </a:p>
      </dgm:t>
    </dgm:pt>
    <dgm:pt modelId="{A4E2D0C9-B9B7-4614-87E8-010FC4CD1768}" type="sibTrans" cxnId="{A8385E07-6128-47AE-A67D-EAAD35F4E34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3BDF7D7-C530-4888-9712-CA1E994B3FC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Web of Science</a:t>
          </a:r>
        </a:p>
      </dgm:t>
    </dgm:pt>
    <dgm:pt modelId="{25A8D7C0-772C-4607-8087-704A70514A1E}" type="parTrans" cxnId="{D79AACBA-E2D0-4A0F-BBEB-3FF000E606D8}">
      <dgm:prSet/>
      <dgm:spPr/>
      <dgm:t>
        <a:bodyPr/>
        <a:lstStyle/>
        <a:p>
          <a:endParaRPr lang="en-US"/>
        </a:p>
      </dgm:t>
    </dgm:pt>
    <dgm:pt modelId="{DF491FF6-DEBC-4506-9FA4-D50175991811}" type="sibTrans" cxnId="{D79AACBA-E2D0-4A0F-BBEB-3FF000E606D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8C0DEAD-129A-4FBC-85B8-4CA52578771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Google Scholar</a:t>
          </a:r>
        </a:p>
      </dgm:t>
    </dgm:pt>
    <dgm:pt modelId="{B9F77164-C2DB-412A-A861-01A7CE279B8E}" type="parTrans" cxnId="{E13AF3F8-B6AA-4E98-80C7-D851CED17D07}">
      <dgm:prSet/>
      <dgm:spPr/>
      <dgm:t>
        <a:bodyPr/>
        <a:lstStyle/>
        <a:p>
          <a:endParaRPr lang="en-US"/>
        </a:p>
      </dgm:t>
    </dgm:pt>
    <dgm:pt modelId="{5A2D3945-0280-4079-AA4B-8938BEA6E96C}" type="sibTrans" cxnId="{E13AF3F8-B6AA-4E98-80C7-D851CED17D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4201589-61BE-472B-8A91-1617EF902A0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DiscoverEd</a:t>
          </a:r>
        </a:p>
      </dgm:t>
    </dgm:pt>
    <dgm:pt modelId="{968B316F-855B-4609-82F5-BE66957A778D}" type="parTrans" cxnId="{4CD8C9A7-7A60-4D07-BC58-46035DC74A41}">
      <dgm:prSet/>
      <dgm:spPr/>
      <dgm:t>
        <a:bodyPr/>
        <a:lstStyle/>
        <a:p>
          <a:endParaRPr lang="en-US"/>
        </a:p>
      </dgm:t>
    </dgm:pt>
    <dgm:pt modelId="{EBAC1802-642D-4147-B370-B239E59D2A4B}" type="sibTrans" cxnId="{4CD8C9A7-7A60-4D07-BC58-46035DC74A41}">
      <dgm:prSet/>
      <dgm:spPr/>
      <dgm:t>
        <a:bodyPr/>
        <a:lstStyle/>
        <a:p>
          <a:endParaRPr lang="en-US"/>
        </a:p>
      </dgm:t>
    </dgm:pt>
    <dgm:pt modelId="{70BBF0D0-AEBD-4C70-AFEC-3A109973DF59}" type="pres">
      <dgm:prSet presAssocID="{87C176C4-53CC-44EC-B592-C3599D978C0E}" presName="root" presStyleCnt="0">
        <dgm:presLayoutVars>
          <dgm:dir/>
          <dgm:resizeHandles val="exact"/>
        </dgm:presLayoutVars>
      </dgm:prSet>
      <dgm:spPr/>
    </dgm:pt>
    <dgm:pt modelId="{0BBAC2C4-817D-4653-A58C-0EBC87BDC840}" type="pres">
      <dgm:prSet presAssocID="{59973854-9C78-41C9-8B37-18820758DBA8}" presName="compNode" presStyleCnt="0"/>
      <dgm:spPr/>
    </dgm:pt>
    <dgm:pt modelId="{9269E34B-7FE7-470F-80B8-3CEDEA5DAD1D}" type="pres">
      <dgm:prSet presAssocID="{59973854-9C78-41C9-8B37-18820758DBA8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9DA0EF9-D484-4B79-BB5F-592FD6E551D2}" type="pres">
      <dgm:prSet presAssocID="{59973854-9C78-41C9-8B37-18820758DBA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9128A05-B347-4604-A497-B9AE722EA1DB}" type="pres">
      <dgm:prSet presAssocID="{59973854-9C78-41C9-8B37-18820758DBA8}" presName="spaceRect" presStyleCnt="0"/>
      <dgm:spPr/>
    </dgm:pt>
    <dgm:pt modelId="{9A8757E4-105B-4C6D-B564-73A412B2BB7C}" type="pres">
      <dgm:prSet presAssocID="{59973854-9C78-41C9-8B37-18820758DBA8}" presName="textRect" presStyleLbl="revTx" presStyleIdx="0" presStyleCnt="4">
        <dgm:presLayoutVars>
          <dgm:chMax val="1"/>
          <dgm:chPref val="1"/>
        </dgm:presLayoutVars>
      </dgm:prSet>
      <dgm:spPr/>
    </dgm:pt>
    <dgm:pt modelId="{6DAEC607-6AE9-45D2-BD58-3D188830FD38}" type="pres">
      <dgm:prSet presAssocID="{A4E2D0C9-B9B7-4614-87E8-010FC4CD1768}" presName="sibTrans" presStyleCnt="0"/>
      <dgm:spPr/>
    </dgm:pt>
    <dgm:pt modelId="{223BF90A-E4B3-4BBA-AF0D-06C708B3F1BF}" type="pres">
      <dgm:prSet presAssocID="{A3BDF7D7-C530-4888-9712-CA1E994B3FC6}" presName="compNode" presStyleCnt="0"/>
      <dgm:spPr/>
    </dgm:pt>
    <dgm:pt modelId="{F099FE2E-4499-41F9-AC2A-C56884307229}" type="pres">
      <dgm:prSet presAssocID="{A3BDF7D7-C530-4888-9712-CA1E994B3FC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986E32A-67D9-4BD0-BD11-FE6456F3766E}" type="pres">
      <dgm:prSet presAssocID="{A3BDF7D7-C530-4888-9712-CA1E994B3FC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64EE6C5B-7052-4E5F-B8E9-C01A3C4E9B18}" type="pres">
      <dgm:prSet presAssocID="{A3BDF7D7-C530-4888-9712-CA1E994B3FC6}" presName="spaceRect" presStyleCnt="0"/>
      <dgm:spPr/>
    </dgm:pt>
    <dgm:pt modelId="{892EBAA5-A558-47F1-A6B9-F0670E47DCBD}" type="pres">
      <dgm:prSet presAssocID="{A3BDF7D7-C530-4888-9712-CA1E994B3FC6}" presName="textRect" presStyleLbl="revTx" presStyleIdx="1" presStyleCnt="4">
        <dgm:presLayoutVars>
          <dgm:chMax val="1"/>
          <dgm:chPref val="1"/>
        </dgm:presLayoutVars>
      </dgm:prSet>
      <dgm:spPr/>
    </dgm:pt>
    <dgm:pt modelId="{FB94C8F0-3CC1-4E87-B534-FDF116B9B0F9}" type="pres">
      <dgm:prSet presAssocID="{DF491FF6-DEBC-4506-9FA4-D50175991811}" presName="sibTrans" presStyleCnt="0"/>
      <dgm:spPr/>
    </dgm:pt>
    <dgm:pt modelId="{FD64AA26-4A48-455D-8878-8EAB924C2C0A}" type="pres">
      <dgm:prSet presAssocID="{F8C0DEAD-129A-4FBC-85B8-4CA525787712}" presName="compNode" presStyleCnt="0"/>
      <dgm:spPr/>
    </dgm:pt>
    <dgm:pt modelId="{4FAF357D-5CEE-497D-A0C1-36A41DDC9AEA}" type="pres">
      <dgm:prSet presAssocID="{F8C0DEAD-129A-4FBC-85B8-4CA525787712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867BD2C-826B-4D6C-841B-64D159F7B225}" type="pres">
      <dgm:prSet presAssocID="{F8C0DEAD-129A-4FBC-85B8-4CA52578771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DDB7F05-634D-42DC-8F58-D9D7943BCC2C}" type="pres">
      <dgm:prSet presAssocID="{F8C0DEAD-129A-4FBC-85B8-4CA525787712}" presName="spaceRect" presStyleCnt="0"/>
      <dgm:spPr/>
    </dgm:pt>
    <dgm:pt modelId="{42371BAD-D0BF-44E3-BD15-1A9DC9DDA709}" type="pres">
      <dgm:prSet presAssocID="{F8C0DEAD-129A-4FBC-85B8-4CA525787712}" presName="textRect" presStyleLbl="revTx" presStyleIdx="2" presStyleCnt="4">
        <dgm:presLayoutVars>
          <dgm:chMax val="1"/>
          <dgm:chPref val="1"/>
        </dgm:presLayoutVars>
      </dgm:prSet>
      <dgm:spPr/>
    </dgm:pt>
    <dgm:pt modelId="{D28B170E-EC5F-467D-8E72-DA21E6006212}" type="pres">
      <dgm:prSet presAssocID="{5A2D3945-0280-4079-AA4B-8938BEA6E96C}" presName="sibTrans" presStyleCnt="0"/>
      <dgm:spPr/>
    </dgm:pt>
    <dgm:pt modelId="{658EA75F-7642-4F59-A6F3-100FC5B85EE2}" type="pres">
      <dgm:prSet presAssocID="{24201589-61BE-472B-8A91-1617EF902A04}" presName="compNode" presStyleCnt="0"/>
      <dgm:spPr/>
    </dgm:pt>
    <dgm:pt modelId="{402A741E-6CDC-4CBC-A3D7-03DFE1EE09A0}" type="pres">
      <dgm:prSet presAssocID="{24201589-61BE-472B-8A91-1617EF902A0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478C190-C339-44F0-8283-063E5C54522F}" type="pres">
      <dgm:prSet presAssocID="{24201589-61BE-472B-8A91-1617EF902A0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3A3D214E-D022-4709-9B1F-131BD7C26C2C}" type="pres">
      <dgm:prSet presAssocID="{24201589-61BE-472B-8A91-1617EF902A04}" presName="spaceRect" presStyleCnt="0"/>
      <dgm:spPr/>
    </dgm:pt>
    <dgm:pt modelId="{3842AB04-4754-4D80-87AC-3FAA0AB7D0F6}" type="pres">
      <dgm:prSet presAssocID="{24201589-61BE-472B-8A91-1617EF902A0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8385E07-6128-47AE-A67D-EAAD35F4E34B}" srcId="{87C176C4-53CC-44EC-B592-C3599D978C0E}" destId="{59973854-9C78-41C9-8B37-18820758DBA8}" srcOrd="0" destOrd="0" parTransId="{EDD59E61-FC5C-4413-AC78-5F0C6D244C15}" sibTransId="{A4E2D0C9-B9B7-4614-87E8-010FC4CD1768}"/>
    <dgm:cxn modelId="{7C95F715-84D9-A146-A8D6-3FCDE045FBCF}" type="presOf" srcId="{24201589-61BE-472B-8A91-1617EF902A04}" destId="{3842AB04-4754-4D80-87AC-3FAA0AB7D0F6}" srcOrd="0" destOrd="0" presId="urn:microsoft.com/office/officeart/2018/5/layout/IconLeafLabelList"/>
    <dgm:cxn modelId="{EB53E91A-42BD-084F-92FA-580F9FDAB90E}" type="presOf" srcId="{F8C0DEAD-129A-4FBC-85B8-4CA525787712}" destId="{42371BAD-D0BF-44E3-BD15-1A9DC9DDA709}" srcOrd="0" destOrd="0" presId="urn:microsoft.com/office/officeart/2018/5/layout/IconLeafLabelList"/>
    <dgm:cxn modelId="{C0EEC452-04A4-B147-8151-16DC1397688A}" type="presOf" srcId="{59973854-9C78-41C9-8B37-18820758DBA8}" destId="{9A8757E4-105B-4C6D-B564-73A412B2BB7C}" srcOrd="0" destOrd="0" presId="urn:microsoft.com/office/officeart/2018/5/layout/IconLeafLabelList"/>
    <dgm:cxn modelId="{4CD8C9A7-7A60-4D07-BC58-46035DC74A41}" srcId="{87C176C4-53CC-44EC-B592-C3599D978C0E}" destId="{24201589-61BE-472B-8A91-1617EF902A04}" srcOrd="3" destOrd="0" parTransId="{968B316F-855B-4609-82F5-BE66957A778D}" sibTransId="{EBAC1802-642D-4147-B370-B239E59D2A4B}"/>
    <dgm:cxn modelId="{B5CAFDA9-4915-174C-9801-419C16303E39}" type="presOf" srcId="{A3BDF7D7-C530-4888-9712-CA1E994B3FC6}" destId="{892EBAA5-A558-47F1-A6B9-F0670E47DCBD}" srcOrd="0" destOrd="0" presId="urn:microsoft.com/office/officeart/2018/5/layout/IconLeafLabelList"/>
    <dgm:cxn modelId="{D79AACBA-E2D0-4A0F-BBEB-3FF000E606D8}" srcId="{87C176C4-53CC-44EC-B592-C3599D978C0E}" destId="{A3BDF7D7-C530-4888-9712-CA1E994B3FC6}" srcOrd="1" destOrd="0" parTransId="{25A8D7C0-772C-4607-8087-704A70514A1E}" sibTransId="{DF491FF6-DEBC-4506-9FA4-D50175991811}"/>
    <dgm:cxn modelId="{93EF59D9-9D75-3441-ABFF-342BC2DF47FA}" type="presOf" srcId="{87C176C4-53CC-44EC-B592-C3599D978C0E}" destId="{70BBF0D0-AEBD-4C70-AFEC-3A109973DF59}" srcOrd="0" destOrd="0" presId="urn:microsoft.com/office/officeart/2018/5/layout/IconLeafLabelList"/>
    <dgm:cxn modelId="{E13AF3F8-B6AA-4E98-80C7-D851CED17D07}" srcId="{87C176C4-53CC-44EC-B592-C3599D978C0E}" destId="{F8C0DEAD-129A-4FBC-85B8-4CA525787712}" srcOrd="2" destOrd="0" parTransId="{B9F77164-C2DB-412A-A861-01A7CE279B8E}" sibTransId="{5A2D3945-0280-4079-AA4B-8938BEA6E96C}"/>
    <dgm:cxn modelId="{941D273B-8C93-2846-B453-28C4BB82524E}" type="presParOf" srcId="{70BBF0D0-AEBD-4C70-AFEC-3A109973DF59}" destId="{0BBAC2C4-817D-4653-A58C-0EBC87BDC840}" srcOrd="0" destOrd="0" presId="urn:microsoft.com/office/officeart/2018/5/layout/IconLeafLabelList"/>
    <dgm:cxn modelId="{A50A03B2-3C60-5241-8F98-B480C0E5558F}" type="presParOf" srcId="{0BBAC2C4-817D-4653-A58C-0EBC87BDC840}" destId="{9269E34B-7FE7-470F-80B8-3CEDEA5DAD1D}" srcOrd="0" destOrd="0" presId="urn:microsoft.com/office/officeart/2018/5/layout/IconLeafLabelList"/>
    <dgm:cxn modelId="{600CE77D-1DB9-4F48-9CFF-8E5984B57DF3}" type="presParOf" srcId="{0BBAC2C4-817D-4653-A58C-0EBC87BDC840}" destId="{39DA0EF9-D484-4B79-BB5F-592FD6E551D2}" srcOrd="1" destOrd="0" presId="urn:microsoft.com/office/officeart/2018/5/layout/IconLeafLabelList"/>
    <dgm:cxn modelId="{9A959E9E-1371-D248-A400-8340057CADF3}" type="presParOf" srcId="{0BBAC2C4-817D-4653-A58C-0EBC87BDC840}" destId="{C9128A05-B347-4604-A497-B9AE722EA1DB}" srcOrd="2" destOrd="0" presId="urn:microsoft.com/office/officeart/2018/5/layout/IconLeafLabelList"/>
    <dgm:cxn modelId="{696E3FDD-EA7F-434B-93AF-0B5FF3EE5D72}" type="presParOf" srcId="{0BBAC2C4-817D-4653-A58C-0EBC87BDC840}" destId="{9A8757E4-105B-4C6D-B564-73A412B2BB7C}" srcOrd="3" destOrd="0" presId="urn:microsoft.com/office/officeart/2018/5/layout/IconLeafLabelList"/>
    <dgm:cxn modelId="{805E7C8C-B540-9448-9885-6A2B7E1BAEF6}" type="presParOf" srcId="{70BBF0D0-AEBD-4C70-AFEC-3A109973DF59}" destId="{6DAEC607-6AE9-45D2-BD58-3D188830FD38}" srcOrd="1" destOrd="0" presId="urn:microsoft.com/office/officeart/2018/5/layout/IconLeafLabelList"/>
    <dgm:cxn modelId="{E2B4B8F1-7414-A84F-AD56-1B0CE4F2C8CA}" type="presParOf" srcId="{70BBF0D0-AEBD-4C70-AFEC-3A109973DF59}" destId="{223BF90A-E4B3-4BBA-AF0D-06C708B3F1BF}" srcOrd="2" destOrd="0" presId="urn:microsoft.com/office/officeart/2018/5/layout/IconLeafLabelList"/>
    <dgm:cxn modelId="{D26A0A41-1B48-5440-A07D-AE5AEC35693B}" type="presParOf" srcId="{223BF90A-E4B3-4BBA-AF0D-06C708B3F1BF}" destId="{F099FE2E-4499-41F9-AC2A-C56884307229}" srcOrd="0" destOrd="0" presId="urn:microsoft.com/office/officeart/2018/5/layout/IconLeafLabelList"/>
    <dgm:cxn modelId="{103F5967-1681-7347-8714-3D01FF6DF53B}" type="presParOf" srcId="{223BF90A-E4B3-4BBA-AF0D-06C708B3F1BF}" destId="{A986E32A-67D9-4BD0-BD11-FE6456F3766E}" srcOrd="1" destOrd="0" presId="urn:microsoft.com/office/officeart/2018/5/layout/IconLeafLabelList"/>
    <dgm:cxn modelId="{B5A0C477-1FD8-4942-88D6-824A990A061F}" type="presParOf" srcId="{223BF90A-E4B3-4BBA-AF0D-06C708B3F1BF}" destId="{64EE6C5B-7052-4E5F-B8E9-C01A3C4E9B18}" srcOrd="2" destOrd="0" presId="urn:microsoft.com/office/officeart/2018/5/layout/IconLeafLabelList"/>
    <dgm:cxn modelId="{1D2AAAED-D04D-C74C-BE8B-1F43F1050165}" type="presParOf" srcId="{223BF90A-E4B3-4BBA-AF0D-06C708B3F1BF}" destId="{892EBAA5-A558-47F1-A6B9-F0670E47DCBD}" srcOrd="3" destOrd="0" presId="urn:microsoft.com/office/officeart/2018/5/layout/IconLeafLabelList"/>
    <dgm:cxn modelId="{B00991A9-E065-BE43-B999-79EF39D99A8D}" type="presParOf" srcId="{70BBF0D0-AEBD-4C70-AFEC-3A109973DF59}" destId="{FB94C8F0-3CC1-4E87-B534-FDF116B9B0F9}" srcOrd="3" destOrd="0" presId="urn:microsoft.com/office/officeart/2018/5/layout/IconLeafLabelList"/>
    <dgm:cxn modelId="{9A3A0DE3-C24D-B649-B41A-5C3E7D379F88}" type="presParOf" srcId="{70BBF0D0-AEBD-4C70-AFEC-3A109973DF59}" destId="{FD64AA26-4A48-455D-8878-8EAB924C2C0A}" srcOrd="4" destOrd="0" presId="urn:microsoft.com/office/officeart/2018/5/layout/IconLeafLabelList"/>
    <dgm:cxn modelId="{7D943E90-48A6-F74D-BEBA-14CB122E7C34}" type="presParOf" srcId="{FD64AA26-4A48-455D-8878-8EAB924C2C0A}" destId="{4FAF357D-5CEE-497D-A0C1-36A41DDC9AEA}" srcOrd="0" destOrd="0" presId="urn:microsoft.com/office/officeart/2018/5/layout/IconLeafLabelList"/>
    <dgm:cxn modelId="{7CA26799-1950-264C-B22B-2CA5959AB0F7}" type="presParOf" srcId="{FD64AA26-4A48-455D-8878-8EAB924C2C0A}" destId="{3867BD2C-826B-4D6C-841B-64D159F7B225}" srcOrd="1" destOrd="0" presId="urn:microsoft.com/office/officeart/2018/5/layout/IconLeafLabelList"/>
    <dgm:cxn modelId="{2DD5699F-9592-9E47-9B87-13736EADB089}" type="presParOf" srcId="{FD64AA26-4A48-455D-8878-8EAB924C2C0A}" destId="{BDDB7F05-634D-42DC-8F58-D9D7943BCC2C}" srcOrd="2" destOrd="0" presId="urn:microsoft.com/office/officeart/2018/5/layout/IconLeafLabelList"/>
    <dgm:cxn modelId="{6222A85B-5929-3D4E-9263-3D17E0D5559B}" type="presParOf" srcId="{FD64AA26-4A48-455D-8878-8EAB924C2C0A}" destId="{42371BAD-D0BF-44E3-BD15-1A9DC9DDA709}" srcOrd="3" destOrd="0" presId="urn:microsoft.com/office/officeart/2018/5/layout/IconLeafLabelList"/>
    <dgm:cxn modelId="{84881C31-6CED-3B4D-A633-F20EBD558F95}" type="presParOf" srcId="{70BBF0D0-AEBD-4C70-AFEC-3A109973DF59}" destId="{D28B170E-EC5F-467D-8E72-DA21E6006212}" srcOrd="5" destOrd="0" presId="urn:microsoft.com/office/officeart/2018/5/layout/IconLeafLabelList"/>
    <dgm:cxn modelId="{C66D331F-E344-6049-BBDA-8486352A5155}" type="presParOf" srcId="{70BBF0D0-AEBD-4C70-AFEC-3A109973DF59}" destId="{658EA75F-7642-4F59-A6F3-100FC5B85EE2}" srcOrd="6" destOrd="0" presId="urn:microsoft.com/office/officeart/2018/5/layout/IconLeafLabelList"/>
    <dgm:cxn modelId="{0F0F4325-EF5B-2440-AC3D-E38416FA90BF}" type="presParOf" srcId="{658EA75F-7642-4F59-A6F3-100FC5B85EE2}" destId="{402A741E-6CDC-4CBC-A3D7-03DFE1EE09A0}" srcOrd="0" destOrd="0" presId="urn:microsoft.com/office/officeart/2018/5/layout/IconLeafLabelList"/>
    <dgm:cxn modelId="{339E77A7-A7EC-814B-BFEB-31B9E050FCB5}" type="presParOf" srcId="{658EA75F-7642-4F59-A6F3-100FC5B85EE2}" destId="{8478C190-C339-44F0-8283-063E5C54522F}" srcOrd="1" destOrd="0" presId="urn:microsoft.com/office/officeart/2018/5/layout/IconLeafLabelList"/>
    <dgm:cxn modelId="{9D0835C2-CC02-2449-BE94-D9E96DCA5F7F}" type="presParOf" srcId="{658EA75F-7642-4F59-A6F3-100FC5B85EE2}" destId="{3A3D214E-D022-4709-9B1F-131BD7C26C2C}" srcOrd="2" destOrd="0" presId="urn:microsoft.com/office/officeart/2018/5/layout/IconLeafLabelList"/>
    <dgm:cxn modelId="{6D711E2F-8023-BE42-AC97-114D6F44312D}" type="presParOf" srcId="{658EA75F-7642-4F59-A6F3-100FC5B85EE2}" destId="{3842AB04-4754-4D80-87AC-3FAA0AB7D0F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BC24955-2F9B-4BDA-A488-5EAB18AD3416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8FB1C1-C8AB-4AD2-82CF-DB7C631F7133}">
      <dgm:prSet/>
      <dgm:spPr/>
      <dgm:t>
        <a:bodyPr/>
        <a:lstStyle/>
        <a:p>
          <a:r>
            <a:rPr lang="en-US"/>
            <a:t>Using</a:t>
          </a:r>
        </a:p>
      </dgm:t>
    </dgm:pt>
    <dgm:pt modelId="{3C801C2F-6256-40D0-8F08-9922B95832C0}" type="parTrans" cxnId="{04583817-3DD6-4B1B-9A8A-15A08F837948}">
      <dgm:prSet/>
      <dgm:spPr/>
      <dgm:t>
        <a:bodyPr/>
        <a:lstStyle/>
        <a:p>
          <a:endParaRPr lang="en-US"/>
        </a:p>
      </dgm:t>
    </dgm:pt>
    <dgm:pt modelId="{E34AB5EB-E5B7-43B0-A5D7-8B0892E2D588}" type="sibTrans" cxnId="{04583817-3DD6-4B1B-9A8A-15A08F837948}">
      <dgm:prSet/>
      <dgm:spPr/>
      <dgm:t>
        <a:bodyPr/>
        <a:lstStyle/>
        <a:p>
          <a:endParaRPr lang="en-US"/>
        </a:p>
      </dgm:t>
    </dgm:pt>
    <dgm:pt modelId="{6957A4BB-9011-42AB-A07B-0088B7753ACB}">
      <dgm:prSet/>
      <dgm:spPr>
        <a:solidFill>
          <a:schemeClr val="tx2"/>
        </a:solidFill>
      </dgm:spPr>
      <dgm:t>
        <a:bodyPr/>
        <a:lstStyle/>
        <a:p>
          <a:r>
            <a:rPr lang="en-US"/>
            <a:t>Using revtools::read_bibliography()</a:t>
          </a:r>
        </a:p>
      </dgm:t>
    </dgm:pt>
    <dgm:pt modelId="{72B21632-9DBE-444D-AEB8-E2FAEBCFE86D}" type="parTrans" cxnId="{A078F9B7-CD7C-46B4-9B4A-8C17138733E0}">
      <dgm:prSet/>
      <dgm:spPr/>
      <dgm:t>
        <a:bodyPr/>
        <a:lstStyle/>
        <a:p>
          <a:endParaRPr lang="en-US"/>
        </a:p>
      </dgm:t>
    </dgm:pt>
    <dgm:pt modelId="{3E463D1E-927E-427E-9C87-9087F5AE6722}" type="sibTrans" cxnId="{A078F9B7-CD7C-46B4-9B4A-8C17138733E0}">
      <dgm:prSet/>
      <dgm:spPr/>
      <dgm:t>
        <a:bodyPr/>
        <a:lstStyle/>
        <a:p>
          <a:endParaRPr lang="en-US"/>
        </a:p>
      </dgm:t>
    </dgm:pt>
    <dgm:pt modelId="{B99A1A71-6959-40FE-B203-DB60F9F2586A}">
      <dgm:prSet/>
      <dgm:spPr/>
      <dgm:t>
        <a:bodyPr/>
        <a:lstStyle/>
        <a:p>
          <a:r>
            <a:rPr lang="en-US"/>
            <a:t>Handling</a:t>
          </a:r>
        </a:p>
      </dgm:t>
    </dgm:pt>
    <dgm:pt modelId="{10A32DF7-F011-47D5-A663-9C54DEA944B2}" type="parTrans" cxnId="{E64CF8DC-8C9E-4A84-8F6D-98F9A8CC97A1}">
      <dgm:prSet/>
      <dgm:spPr/>
      <dgm:t>
        <a:bodyPr/>
        <a:lstStyle/>
        <a:p>
          <a:endParaRPr lang="en-US"/>
        </a:p>
      </dgm:t>
    </dgm:pt>
    <dgm:pt modelId="{BECAFD7F-9837-4D36-BB36-F0A98A3C17CA}" type="sibTrans" cxnId="{E64CF8DC-8C9E-4A84-8F6D-98F9A8CC97A1}">
      <dgm:prSet/>
      <dgm:spPr/>
      <dgm:t>
        <a:bodyPr/>
        <a:lstStyle/>
        <a:p>
          <a:endParaRPr lang="en-US"/>
        </a:p>
      </dgm:t>
    </dgm:pt>
    <dgm:pt modelId="{75A0FB7E-D38B-4DB4-B954-399947545B7F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Handling RIS and CSV files</a:t>
          </a:r>
        </a:p>
      </dgm:t>
    </dgm:pt>
    <dgm:pt modelId="{48A00B8E-7DEC-445A-B6BF-C7EC2121DF3B}" type="parTrans" cxnId="{181EE747-829D-445E-A152-327E9A14ADE5}">
      <dgm:prSet/>
      <dgm:spPr/>
      <dgm:t>
        <a:bodyPr/>
        <a:lstStyle/>
        <a:p>
          <a:endParaRPr lang="en-US"/>
        </a:p>
      </dgm:t>
    </dgm:pt>
    <dgm:pt modelId="{E3CFC032-57BE-43C4-9C89-66629280FE6B}" type="sibTrans" cxnId="{181EE747-829D-445E-A152-327E9A14ADE5}">
      <dgm:prSet/>
      <dgm:spPr/>
      <dgm:t>
        <a:bodyPr/>
        <a:lstStyle/>
        <a:p>
          <a:endParaRPr lang="en-US"/>
        </a:p>
      </dgm:t>
    </dgm:pt>
    <dgm:pt modelId="{B3BE81DD-866B-4012-9DB8-BA2656864557}">
      <dgm:prSet/>
      <dgm:spPr/>
      <dgm:t>
        <a:bodyPr/>
        <a:lstStyle/>
        <a:p>
          <a:r>
            <a:rPr lang="en-US"/>
            <a:t>Viewing</a:t>
          </a:r>
        </a:p>
      </dgm:t>
    </dgm:pt>
    <dgm:pt modelId="{9ACA8B54-13F7-42B1-9552-9BE79297D340}" type="parTrans" cxnId="{4C9EB363-CCE9-4F7D-B7A4-1B88012BCC40}">
      <dgm:prSet/>
      <dgm:spPr/>
      <dgm:t>
        <a:bodyPr/>
        <a:lstStyle/>
        <a:p>
          <a:endParaRPr lang="en-US"/>
        </a:p>
      </dgm:t>
    </dgm:pt>
    <dgm:pt modelId="{EA387CC8-68F8-4E01-9146-4F774F3B5108}" type="sibTrans" cxnId="{4C9EB363-CCE9-4F7D-B7A4-1B88012BCC40}">
      <dgm:prSet/>
      <dgm:spPr/>
      <dgm:t>
        <a:bodyPr/>
        <a:lstStyle/>
        <a:p>
          <a:endParaRPr lang="en-US"/>
        </a:p>
      </dgm:t>
    </dgm:pt>
    <dgm:pt modelId="{5DFB84E2-C5A6-4508-9B30-E4ABDDB9B9EC}">
      <dgm:prSet/>
      <dgm:spPr>
        <a:solidFill>
          <a:schemeClr val="tx2"/>
        </a:solidFill>
      </dgm:spPr>
      <dgm:t>
        <a:bodyPr/>
        <a:lstStyle/>
        <a:p>
          <a:r>
            <a:rPr lang="en-US"/>
            <a:t>Viewing imported records</a:t>
          </a:r>
        </a:p>
      </dgm:t>
    </dgm:pt>
    <dgm:pt modelId="{A70EC09F-93BD-4D34-861E-51E6298BEE4A}" type="parTrans" cxnId="{A4D2DAC9-7152-405C-95DF-122728BE0831}">
      <dgm:prSet/>
      <dgm:spPr/>
      <dgm:t>
        <a:bodyPr/>
        <a:lstStyle/>
        <a:p>
          <a:endParaRPr lang="en-US"/>
        </a:p>
      </dgm:t>
    </dgm:pt>
    <dgm:pt modelId="{CDF8285C-A314-4C19-9C54-0DBA3B311E29}" type="sibTrans" cxnId="{A4D2DAC9-7152-405C-95DF-122728BE0831}">
      <dgm:prSet/>
      <dgm:spPr/>
      <dgm:t>
        <a:bodyPr/>
        <a:lstStyle/>
        <a:p>
          <a:endParaRPr lang="en-US"/>
        </a:p>
      </dgm:t>
    </dgm:pt>
    <dgm:pt modelId="{C4E95BF4-D8AE-44C6-A5F3-729FEBF2728B}">
      <dgm:prSet/>
      <dgm:spPr/>
      <dgm:t>
        <a:bodyPr/>
        <a:lstStyle/>
        <a:p>
          <a:r>
            <a:rPr lang="en-US"/>
            <a:t>Checking</a:t>
          </a:r>
        </a:p>
      </dgm:t>
    </dgm:pt>
    <dgm:pt modelId="{93A3271B-537F-408C-89B6-024D89EFDA79}" type="parTrans" cxnId="{12401A22-ED95-4D8C-911D-97A9552B434A}">
      <dgm:prSet/>
      <dgm:spPr/>
      <dgm:t>
        <a:bodyPr/>
        <a:lstStyle/>
        <a:p>
          <a:endParaRPr lang="en-US"/>
        </a:p>
      </dgm:t>
    </dgm:pt>
    <dgm:pt modelId="{7B816D6A-4463-4130-8D19-121EE16D65EF}" type="sibTrans" cxnId="{12401A22-ED95-4D8C-911D-97A9552B434A}">
      <dgm:prSet/>
      <dgm:spPr/>
      <dgm:t>
        <a:bodyPr/>
        <a:lstStyle/>
        <a:p>
          <a:endParaRPr lang="en-US"/>
        </a:p>
      </dgm:t>
    </dgm:pt>
    <dgm:pt modelId="{2F73C925-4544-49B3-AF45-45616656C732}">
      <dgm:prSet/>
      <dgm:spPr>
        <a:solidFill>
          <a:schemeClr val="tx2"/>
        </a:solidFill>
      </dgm:spPr>
      <dgm:t>
        <a:bodyPr/>
        <a:lstStyle/>
        <a:p>
          <a:r>
            <a:rPr lang="en-US"/>
            <a:t>Checking variable structure</a:t>
          </a:r>
        </a:p>
      </dgm:t>
    </dgm:pt>
    <dgm:pt modelId="{7CB1A4FA-92EB-471B-8251-9AD9A4AA383D}" type="parTrans" cxnId="{11457B8B-4205-41C4-87FA-098002AAA76C}">
      <dgm:prSet/>
      <dgm:spPr/>
      <dgm:t>
        <a:bodyPr/>
        <a:lstStyle/>
        <a:p>
          <a:endParaRPr lang="en-US"/>
        </a:p>
      </dgm:t>
    </dgm:pt>
    <dgm:pt modelId="{C1C50795-DC82-4D6C-AD4B-2BCC668DCD17}" type="sibTrans" cxnId="{11457B8B-4205-41C4-87FA-098002AAA76C}">
      <dgm:prSet/>
      <dgm:spPr/>
      <dgm:t>
        <a:bodyPr/>
        <a:lstStyle/>
        <a:p>
          <a:endParaRPr lang="en-US"/>
        </a:p>
      </dgm:t>
    </dgm:pt>
    <dgm:pt modelId="{32D8E516-4E89-7348-BA22-44B2BE0A4F8B}" type="pres">
      <dgm:prSet presAssocID="{2BC24955-2F9B-4BDA-A488-5EAB18AD3416}" presName="Name0" presStyleCnt="0">
        <dgm:presLayoutVars>
          <dgm:dir/>
          <dgm:animLvl val="lvl"/>
          <dgm:resizeHandles val="exact"/>
        </dgm:presLayoutVars>
      </dgm:prSet>
      <dgm:spPr/>
    </dgm:pt>
    <dgm:pt modelId="{AECBB587-DF59-6849-A5CA-C93CF6F958AB}" type="pres">
      <dgm:prSet presAssocID="{AB8FB1C1-C8AB-4AD2-82CF-DB7C631F7133}" presName="linNode" presStyleCnt="0"/>
      <dgm:spPr/>
    </dgm:pt>
    <dgm:pt modelId="{F40E24AA-3A7C-C54B-BA07-BAAFE50EA422}" type="pres">
      <dgm:prSet presAssocID="{AB8FB1C1-C8AB-4AD2-82CF-DB7C631F7133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B50CE723-B6C7-FF4F-9320-7CB419C20CE6}" type="pres">
      <dgm:prSet presAssocID="{AB8FB1C1-C8AB-4AD2-82CF-DB7C631F7133}" presName="descendantText" presStyleLbl="alignNode1" presStyleIdx="0" presStyleCnt="4">
        <dgm:presLayoutVars>
          <dgm:bulletEnabled/>
        </dgm:presLayoutVars>
      </dgm:prSet>
      <dgm:spPr/>
    </dgm:pt>
    <dgm:pt modelId="{FDE90C0E-1E72-DC45-A3D5-727BE2F85F34}" type="pres">
      <dgm:prSet presAssocID="{E34AB5EB-E5B7-43B0-A5D7-8B0892E2D588}" presName="sp" presStyleCnt="0"/>
      <dgm:spPr/>
    </dgm:pt>
    <dgm:pt modelId="{32488F3F-3266-4F43-ACAD-ADD5129ACEF7}" type="pres">
      <dgm:prSet presAssocID="{B99A1A71-6959-40FE-B203-DB60F9F2586A}" presName="linNode" presStyleCnt="0"/>
      <dgm:spPr/>
    </dgm:pt>
    <dgm:pt modelId="{B59250CE-CE1C-B348-9713-B54A7711AEC6}" type="pres">
      <dgm:prSet presAssocID="{B99A1A71-6959-40FE-B203-DB60F9F2586A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F3D3C45C-7871-1B42-9388-4D0460C638EB}" type="pres">
      <dgm:prSet presAssocID="{B99A1A71-6959-40FE-B203-DB60F9F2586A}" presName="descendantText" presStyleLbl="alignNode1" presStyleIdx="1" presStyleCnt="4">
        <dgm:presLayoutVars>
          <dgm:bulletEnabled/>
        </dgm:presLayoutVars>
      </dgm:prSet>
      <dgm:spPr/>
    </dgm:pt>
    <dgm:pt modelId="{741D7703-170F-AE47-AAEB-A05DC344705B}" type="pres">
      <dgm:prSet presAssocID="{BECAFD7F-9837-4D36-BB36-F0A98A3C17CA}" presName="sp" presStyleCnt="0"/>
      <dgm:spPr/>
    </dgm:pt>
    <dgm:pt modelId="{36171E9B-02D9-E54F-A07B-E7E7676C83D5}" type="pres">
      <dgm:prSet presAssocID="{B3BE81DD-866B-4012-9DB8-BA2656864557}" presName="linNode" presStyleCnt="0"/>
      <dgm:spPr/>
    </dgm:pt>
    <dgm:pt modelId="{A51C50ED-75E6-BA4F-9819-ADF6690AA359}" type="pres">
      <dgm:prSet presAssocID="{B3BE81DD-866B-4012-9DB8-BA2656864557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A7CCF9FA-CF18-7040-87C5-9D0EFCD5A949}" type="pres">
      <dgm:prSet presAssocID="{B3BE81DD-866B-4012-9DB8-BA2656864557}" presName="descendantText" presStyleLbl="alignNode1" presStyleIdx="2" presStyleCnt="4">
        <dgm:presLayoutVars>
          <dgm:bulletEnabled/>
        </dgm:presLayoutVars>
      </dgm:prSet>
      <dgm:spPr/>
    </dgm:pt>
    <dgm:pt modelId="{786CFDA8-079F-B747-816C-63D0DA79CDC7}" type="pres">
      <dgm:prSet presAssocID="{EA387CC8-68F8-4E01-9146-4F774F3B5108}" presName="sp" presStyleCnt="0"/>
      <dgm:spPr/>
    </dgm:pt>
    <dgm:pt modelId="{4CDCBB3E-37D3-5F4F-B038-775F918BE1F1}" type="pres">
      <dgm:prSet presAssocID="{C4E95BF4-D8AE-44C6-A5F3-729FEBF2728B}" presName="linNode" presStyleCnt="0"/>
      <dgm:spPr/>
    </dgm:pt>
    <dgm:pt modelId="{73B959C2-8EC3-CE40-B183-6A6A3C7CDE9D}" type="pres">
      <dgm:prSet presAssocID="{C4E95BF4-D8AE-44C6-A5F3-729FEBF2728B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19E3677F-CA2F-E144-AEFF-28A50434F610}" type="pres">
      <dgm:prSet presAssocID="{C4E95BF4-D8AE-44C6-A5F3-729FEBF2728B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BB25A80A-CE38-0946-9FB0-6042D11040B1}" type="presOf" srcId="{6957A4BB-9011-42AB-A07B-0088B7753ACB}" destId="{B50CE723-B6C7-FF4F-9320-7CB419C20CE6}" srcOrd="0" destOrd="0" presId="urn:microsoft.com/office/officeart/2016/7/layout/VerticalHollowActionList"/>
    <dgm:cxn modelId="{04583817-3DD6-4B1B-9A8A-15A08F837948}" srcId="{2BC24955-2F9B-4BDA-A488-5EAB18AD3416}" destId="{AB8FB1C1-C8AB-4AD2-82CF-DB7C631F7133}" srcOrd="0" destOrd="0" parTransId="{3C801C2F-6256-40D0-8F08-9922B95832C0}" sibTransId="{E34AB5EB-E5B7-43B0-A5D7-8B0892E2D588}"/>
    <dgm:cxn modelId="{12401A22-ED95-4D8C-911D-97A9552B434A}" srcId="{2BC24955-2F9B-4BDA-A488-5EAB18AD3416}" destId="{C4E95BF4-D8AE-44C6-A5F3-729FEBF2728B}" srcOrd="3" destOrd="0" parTransId="{93A3271B-537F-408C-89B6-024D89EFDA79}" sibTransId="{7B816D6A-4463-4130-8D19-121EE16D65EF}"/>
    <dgm:cxn modelId="{DBC1F72F-8808-854B-B1CD-2FEDDA9AF2A6}" type="presOf" srcId="{5DFB84E2-C5A6-4508-9B30-E4ABDDB9B9EC}" destId="{A7CCF9FA-CF18-7040-87C5-9D0EFCD5A949}" srcOrd="0" destOrd="0" presId="urn:microsoft.com/office/officeart/2016/7/layout/VerticalHollowActionList"/>
    <dgm:cxn modelId="{C2E28330-7706-AB44-A4FE-077AC3160DA4}" type="presOf" srcId="{B3BE81DD-866B-4012-9DB8-BA2656864557}" destId="{A51C50ED-75E6-BA4F-9819-ADF6690AA359}" srcOrd="0" destOrd="0" presId="urn:microsoft.com/office/officeart/2016/7/layout/VerticalHollowActionList"/>
    <dgm:cxn modelId="{181EE747-829D-445E-A152-327E9A14ADE5}" srcId="{B99A1A71-6959-40FE-B203-DB60F9F2586A}" destId="{75A0FB7E-D38B-4DB4-B954-399947545B7F}" srcOrd="0" destOrd="0" parTransId="{48A00B8E-7DEC-445A-B6BF-C7EC2121DF3B}" sibTransId="{E3CFC032-57BE-43C4-9C89-66629280FE6B}"/>
    <dgm:cxn modelId="{A2954B57-41B8-024B-95CE-EBE8BF37FBFC}" type="presOf" srcId="{C4E95BF4-D8AE-44C6-A5F3-729FEBF2728B}" destId="{73B959C2-8EC3-CE40-B183-6A6A3C7CDE9D}" srcOrd="0" destOrd="0" presId="urn:microsoft.com/office/officeart/2016/7/layout/VerticalHollowActionList"/>
    <dgm:cxn modelId="{400AD85C-DC0D-4641-9472-19064C516E38}" type="presOf" srcId="{75A0FB7E-D38B-4DB4-B954-399947545B7F}" destId="{F3D3C45C-7871-1B42-9388-4D0460C638EB}" srcOrd="0" destOrd="0" presId="urn:microsoft.com/office/officeart/2016/7/layout/VerticalHollowActionList"/>
    <dgm:cxn modelId="{1384D160-D874-9041-AC8F-5563A1A586D9}" type="presOf" srcId="{2BC24955-2F9B-4BDA-A488-5EAB18AD3416}" destId="{32D8E516-4E89-7348-BA22-44B2BE0A4F8B}" srcOrd="0" destOrd="0" presId="urn:microsoft.com/office/officeart/2016/7/layout/VerticalHollowActionList"/>
    <dgm:cxn modelId="{4C9EB363-CCE9-4F7D-B7A4-1B88012BCC40}" srcId="{2BC24955-2F9B-4BDA-A488-5EAB18AD3416}" destId="{B3BE81DD-866B-4012-9DB8-BA2656864557}" srcOrd="2" destOrd="0" parTransId="{9ACA8B54-13F7-42B1-9552-9BE79297D340}" sibTransId="{EA387CC8-68F8-4E01-9146-4F774F3B5108}"/>
    <dgm:cxn modelId="{6ABA0785-FB0E-1147-A42D-054AC911AADA}" type="presOf" srcId="{AB8FB1C1-C8AB-4AD2-82CF-DB7C631F7133}" destId="{F40E24AA-3A7C-C54B-BA07-BAAFE50EA422}" srcOrd="0" destOrd="0" presId="urn:microsoft.com/office/officeart/2016/7/layout/VerticalHollowActionList"/>
    <dgm:cxn modelId="{11457B8B-4205-41C4-87FA-098002AAA76C}" srcId="{C4E95BF4-D8AE-44C6-A5F3-729FEBF2728B}" destId="{2F73C925-4544-49B3-AF45-45616656C732}" srcOrd="0" destOrd="0" parTransId="{7CB1A4FA-92EB-471B-8251-9AD9A4AA383D}" sibTransId="{C1C50795-DC82-4D6C-AD4B-2BCC668DCD17}"/>
    <dgm:cxn modelId="{A078F9B7-CD7C-46B4-9B4A-8C17138733E0}" srcId="{AB8FB1C1-C8AB-4AD2-82CF-DB7C631F7133}" destId="{6957A4BB-9011-42AB-A07B-0088B7753ACB}" srcOrd="0" destOrd="0" parTransId="{72B21632-9DBE-444D-AEB8-E2FAEBCFE86D}" sibTransId="{3E463D1E-927E-427E-9C87-9087F5AE6722}"/>
    <dgm:cxn modelId="{A4D2DAC9-7152-405C-95DF-122728BE0831}" srcId="{B3BE81DD-866B-4012-9DB8-BA2656864557}" destId="{5DFB84E2-C5A6-4508-9B30-E4ABDDB9B9EC}" srcOrd="0" destOrd="0" parTransId="{A70EC09F-93BD-4D34-861E-51E6298BEE4A}" sibTransId="{CDF8285C-A314-4C19-9C54-0DBA3B311E29}"/>
    <dgm:cxn modelId="{E64CF8DC-8C9E-4A84-8F6D-98F9A8CC97A1}" srcId="{2BC24955-2F9B-4BDA-A488-5EAB18AD3416}" destId="{B99A1A71-6959-40FE-B203-DB60F9F2586A}" srcOrd="1" destOrd="0" parTransId="{10A32DF7-F011-47D5-A663-9C54DEA944B2}" sibTransId="{BECAFD7F-9837-4D36-BB36-F0A98A3C17CA}"/>
    <dgm:cxn modelId="{2A67ACEF-99C3-9346-9305-0A7B62D3C4E0}" type="presOf" srcId="{B99A1A71-6959-40FE-B203-DB60F9F2586A}" destId="{B59250CE-CE1C-B348-9713-B54A7711AEC6}" srcOrd="0" destOrd="0" presId="urn:microsoft.com/office/officeart/2016/7/layout/VerticalHollowActionList"/>
    <dgm:cxn modelId="{6CC7F6F2-7AB1-FF4A-8EEC-EE1CC4E10EA7}" type="presOf" srcId="{2F73C925-4544-49B3-AF45-45616656C732}" destId="{19E3677F-CA2F-E144-AEFF-28A50434F610}" srcOrd="0" destOrd="0" presId="urn:microsoft.com/office/officeart/2016/7/layout/VerticalHollowActionList"/>
    <dgm:cxn modelId="{6C2E6223-7A4B-034F-8EBC-145A8B0EA993}" type="presParOf" srcId="{32D8E516-4E89-7348-BA22-44B2BE0A4F8B}" destId="{AECBB587-DF59-6849-A5CA-C93CF6F958AB}" srcOrd="0" destOrd="0" presId="urn:microsoft.com/office/officeart/2016/7/layout/VerticalHollowActionList"/>
    <dgm:cxn modelId="{593332AF-5C43-9048-B03B-6F6D5364FFF1}" type="presParOf" srcId="{AECBB587-DF59-6849-A5CA-C93CF6F958AB}" destId="{F40E24AA-3A7C-C54B-BA07-BAAFE50EA422}" srcOrd="0" destOrd="0" presId="urn:microsoft.com/office/officeart/2016/7/layout/VerticalHollowActionList"/>
    <dgm:cxn modelId="{96BDE5E5-CB3E-8547-854B-7B6B496ABC54}" type="presParOf" srcId="{AECBB587-DF59-6849-A5CA-C93CF6F958AB}" destId="{B50CE723-B6C7-FF4F-9320-7CB419C20CE6}" srcOrd="1" destOrd="0" presId="urn:microsoft.com/office/officeart/2016/7/layout/VerticalHollowActionList"/>
    <dgm:cxn modelId="{BCF5C46C-9050-A54C-889D-036D78FFFEBB}" type="presParOf" srcId="{32D8E516-4E89-7348-BA22-44B2BE0A4F8B}" destId="{FDE90C0E-1E72-DC45-A3D5-727BE2F85F34}" srcOrd="1" destOrd="0" presId="urn:microsoft.com/office/officeart/2016/7/layout/VerticalHollowActionList"/>
    <dgm:cxn modelId="{72E5E4EE-AF9E-9742-B0AB-F091CE6CA0D5}" type="presParOf" srcId="{32D8E516-4E89-7348-BA22-44B2BE0A4F8B}" destId="{32488F3F-3266-4F43-ACAD-ADD5129ACEF7}" srcOrd="2" destOrd="0" presId="urn:microsoft.com/office/officeart/2016/7/layout/VerticalHollowActionList"/>
    <dgm:cxn modelId="{C7058332-2FD2-4C4A-B69A-F14D7296F119}" type="presParOf" srcId="{32488F3F-3266-4F43-ACAD-ADD5129ACEF7}" destId="{B59250CE-CE1C-B348-9713-B54A7711AEC6}" srcOrd="0" destOrd="0" presId="urn:microsoft.com/office/officeart/2016/7/layout/VerticalHollowActionList"/>
    <dgm:cxn modelId="{CAA1E1C6-4BAC-4E45-806A-F6002698B969}" type="presParOf" srcId="{32488F3F-3266-4F43-ACAD-ADD5129ACEF7}" destId="{F3D3C45C-7871-1B42-9388-4D0460C638EB}" srcOrd="1" destOrd="0" presId="urn:microsoft.com/office/officeart/2016/7/layout/VerticalHollowActionList"/>
    <dgm:cxn modelId="{D71E452B-14AB-104A-946B-3352AB02B578}" type="presParOf" srcId="{32D8E516-4E89-7348-BA22-44B2BE0A4F8B}" destId="{741D7703-170F-AE47-AAEB-A05DC344705B}" srcOrd="3" destOrd="0" presId="urn:microsoft.com/office/officeart/2016/7/layout/VerticalHollowActionList"/>
    <dgm:cxn modelId="{62AB9A0E-1598-AE47-9A3F-60DEE7950902}" type="presParOf" srcId="{32D8E516-4E89-7348-BA22-44B2BE0A4F8B}" destId="{36171E9B-02D9-E54F-A07B-E7E7676C83D5}" srcOrd="4" destOrd="0" presId="urn:microsoft.com/office/officeart/2016/7/layout/VerticalHollowActionList"/>
    <dgm:cxn modelId="{CB055B0F-13C4-D641-A96E-6CAA2A82507A}" type="presParOf" srcId="{36171E9B-02D9-E54F-A07B-E7E7676C83D5}" destId="{A51C50ED-75E6-BA4F-9819-ADF6690AA359}" srcOrd="0" destOrd="0" presId="urn:microsoft.com/office/officeart/2016/7/layout/VerticalHollowActionList"/>
    <dgm:cxn modelId="{9863857C-9489-8540-8038-A096AE73C67A}" type="presParOf" srcId="{36171E9B-02D9-E54F-A07B-E7E7676C83D5}" destId="{A7CCF9FA-CF18-7040-87C5-9D0EFCD5A949}" srcOrd="1" destOrd="0" presId="urn:microsoft.com/office/officeart/2016/7/layout/VerticalHollowActionList"/>
    <dgm:cxn modelId="{8B3B1843-BE51-E94B-AE06-7E5777BF3457}" type="presParOf" srcId="{32D8E516-4E89-7348-BA22-44B2BE0A4F8B}" destId="{786CFDA8-079F-B747-816C-63D0DA79CDC7}" srcOrd="5" destOrd="0" presId="urn:microsoft.com/office/officeart/2016/7/layout/VerticalHollowActionList"/>
    <dgm:cxn modelId="{B693A962-F4A7-BF4C-99B8-BBB64DD41EE6}" type="presParOf" srcId="{32D8E516-4E89-7348-BA22-44B2BE0A4F8B}" destId="{4CDCBB3E-37D3-5F4F-B038-775F918BE1F1}" srcOrd="6" destOrd="0" presId="urn:microsoft.com/office/officeart/2016/7/layout/VerticalHollowActionList"/>
    <dgm:cxn modelId="{C3EF6B51-E15B-DF4D-86F5-1618F361E929}" type="presParOf" srcId="{4CDCBB3E-37D3-5F4F-B038-775F918BE1F1}" destId="{73B959C2-8EC3-CE40-B183-6A6A3C7CDE9D}" srcOrd="0" destOrd="0" presId="urn:microsoft.com/office/officeart/2016/7/layout/VerticalHollowActionList"/>
    <dgm:cxn modelId="{726B25FC-6D30-C240-9B63-39FF033E2E2D}" type="presParOf" srcId="{4CDCBB3E-37D3-5F4F-B038-775F918BE1F1}" destId="{19E3677F-CA2F-E144-AEFF-28A50434F610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7C56DA8-CB18-46AF-A63F-06DEBCF6B045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332C05-CC61-4A67-8F73-CBA422731DAF}">
      <dgm:prSet/>
      <dgm:spPr>
        <a:solidFill>
          <a:schemeClr val="tx2"/>
        </a:solidFill>
      </dgm:spPr>
      <dgm:t>
        <a:bodyPr/>
        <a:lstStyle/>
        <a:p>
          <a:r>
            <a:rPr lang="en-US"/>
            <a:t>Merge</a:t>
          </a:r>
        </a:p>
      </dgm:t>
    </dgm:pt>
    <dgm:pt modelId="{A64FD23D-44CB-4E5C-9D61-95775677675E}" type="parTrans" cxnId="{6167710D-C197-4986-AA8B-8267DD75F5F2}">
      <dgm:prSet/>
      <dgm:spPr/>
      <dgm:t>
        <a:bodyPr/>
        <a:lstStyle/>
        <a:p>
          <a:endParaRPr lang="en-US"/>
        </a:p>
      </dgm:t>
    </dgm:pt>
    <dgm:pt modelId="{BE85EE1E-4501-494D-BAB7-6CD35901A546}" type="sibTrans" cxnId="{6167710D-C197-4986-AA8B-8267DD75F5F2}">
      <dgm:prSet/>
      <dgm:spPr/>
      <dgm:t>
        <a:bodyPr/>
        <a:lstStyle/>
        <a:p>
          <a:endParaRPr lang="en-US"/>
        </a:p>
      </dgm:t>
    </dgm:pt>
    <dgm:pt modelId="{D5AA18EC-1D05-41DA-A0A9-617CE89D5971}">
      <dgm:prSet/>
      <dgm:spPr/>
      <dgm:t>
        <a:bodyPr/>
        <a:lstStyle/>
        <a:p>
          <a:r>
            <a:rPr lang="en-US"/>
            <a:t>Merge results from multiple databases</a:t>
          </a:r>
        </a:p>
      </dgm:t>
    </dgm:pt>
    <dgm:pt modelId="{EA2E6A71-9C59-4F51-9940-E7343BF9C473}" type="parTrans" cxnId="{C3FEA43D-C477-4408-912A-51119D9530D1}">
      <dgm:prSet/>
      <dgm:spPr/>
      <dgm:t>
        <a:bodyPr/>
        <a:lstStyle/>
        <a:p>
          <a:endParaRPr lang="en-US"/>
        </a:p>
      </dgm:t>
    </dgm:pt>
    <dgm:pt modelId="{01E1772E-DA22-4006-8DC1-0E61EC7D1F69}" type="sibTrans" cxnId="{C3FEA43D-C477-4408-912A-51119D9530D1}">
      <dgm:prSet/>
      <dgm:spPr/>
      <dgm:t>
        <a:bodyPr/>
        <a:lstStyle/>
        <a:p>
          <a:endParaRPr lang="en-US"/>
        </a:p>
      </dgm:t>
    </dgm:pt>
    <dgm:pt modelId="{E9EE8DA2-0798-4415-A84B-19D35323B6A1}">
      <dgm:prSet/>
      <dgm:spPr>
        <a:solidFill>
          <a:schemeClr val="tx2"/>
        </a:solidFill>
      </dgm:spPr>
      <dgm:t>
        <a:bodyPr/>
        <a:lstStyle/>
        <a:p>
          <a:r>
            <a:rPr lang="en-US"/>
            <a:t>Create</a:t>
          </a:r>
        </a:p>
      </dgm:t>
    </dgm:pt>
    <dgm:pt modelId="{B0049B6C-A682-4725-A4A2-FEDE428E9B6C}" type="parTrans" cxnId="{6714616E-E6F7-4164-B149-2E21AF148223}">
      <dgm:prSet/>
      <dgm:spPr/>
      <dgm:t>
        <a:bodyPr/>
        <a:lstStyle/>
        <a:p>
          <a:endParaRPr lang="en-US"/>
        </a:p>
      </dgm:t>
    </dgm:pt>
    <dgm:pt modelId="{133425D7-4EEA-4918-8660-C1A8EE84F95A}" type="sibTrans" cxnId="{6714616E-E6F7-4164-B149-2E21AF148223}">
      <dgm:prSet/>
      <dgm:spPr/>
      <dgm:t>
        <a:bodyPr/>
        <a:lstStyle/>
        <a:p>
          <a:endParaRPr lang="en-US"/>
        </a:p>
      </dgm:t>
    </dgm:pt>
    <dgm:pt modelId="{2E0D318B-1921-4015-8C4C-4C60AE6005A6}">
      <dgm:prSet/>
      <dgm:spPr/>
      <dgm:t>
        <a:bodyPr/>
        <a:lstStyle/>
        <a:p>
          <a:r>
            <a:rPr lang="en-US"/>
            <a:t>Create unified dataset</a:t>
          </a:r>
        </a:p>
      </dgm:t>
    </dgm:pt>
    <dgm:pt modelId="{F5806D86-2830-4F21-80E8-E35529DE9E19}" type="parTrans" cxnId="{7F342254-535A-4A43-9366-7B437D90E9E6}">
      <dgm:prSet/>
      <dgm:spPr/>
      <dgm:t>
        <a:bodyPr/>
        <a:lstStyle/>
        <a:p>
          <a:endParaRPr lang="en-US"/>
        </a:p>
      </dgm:t>
    </dgm:pt>
    <dgm:pt modelId="{E1B4404A-E666-4F07-B9B7-11A84177B49F}" type="sibTrans" cxnId="{7F342254-535A-4A43-9366-7B437D90E9E6}">
      <dgm:prSet/>
      <dgm:spPr/>
      <dgm:t>
        <a:bodyPr/>
        <a:lstStyle/>
        <a:p>
          <a:endParaRPr lang="en-US"/>
        </a:p>
      </dgm:t>
    </dgm:pt>
    <dgm:pt modelId="{5D12E74F-AC98-4666-AB39-FB559DD6D354}">
      <dgm:prSet/>
      <dgm:spPr>
        <a:solidFill>
          <a:schemeClr val="tx2"/>
        </a:solidFill>
      </dgm:spPr>
      <dgm:t>
        <a:bodyPr/>
        <a:lstStyle/>
        <a:p>
          <a:r>
            <a:rPr lang="en-US"/>
            <a:t>Prepare</a:t>
          </a:r>
        </a:p>
      </dgm:t>
    </dgm:pt>
    <dgm:pt modelId="{3D64B414-965E-4E03-95C2-DD89B5BA7667}" type="parTrans" cxnId="{251CC334-BA47-4FF2-8167-ACA6E6498F0A}">
      <dgm:prSet/>
      <dgm:spPr/>
      <dgm:t>
        <a:bodyPr/>
        <a:lstStyle/>
        <a:p>
          <a:endParaRPr lang="en-US"/>
        </a:p>
      </dgm:t>
    </dgm:pt>
    <dgm:pt modelId="{C76B058D-8218-415E-A57F-BB9A8F8EEDFF}" type="sibTrans" cxnId="{251CC334-BA47-4FF2-8167-ACA6E6498F0A}">
      <dgm:prSet/>
      <dgm:spPr/>
      <dgm:t>
        <a:bodyPr/>
        <a:lstStyle/>
        <a:p>
          <a:endParaRPr lang="en-US"/>
        </a:p>
      </dgm:t>
    </dgm:pt>
    <dgm:pt modelId="{7850C269-B396-4193-99EF-57F47787C8A9}">
      <dgm:prSet/>
      <dgm:spPr/>
      <dgm:t>
        <a:bodyPr/>
        <a:lstStyle/>
        <a:p>
          <a:r>
            <a:rPr lang="en-US" dirty="0"/>
            <a:t>Prepare for deduplication</a:t>
          </a:r>
        </a:p>
      </dgm:t>
    </dgm:pt>
    <dgm:pt modelId="{7426CA03-F77C-4AA6-990E-C065935833FB}" type="parTrans" cxnId="{2BF64026-5C97-4B4E-A58D-82560CEED003}">
      <dgm:prSet/>
      <dgm:spPr/>
      <dgm:t>
        <a:bodyPr/>
        <a:lstStyle/>
        <a:p>
          <a:endParaRPr lang="en-US"/>
        </a:p>
      </dgm:t>
    </dgm:pt>
    <dgm:pt modelId="{DB49DDCA-D1AA-4207-9AA7-EAE2D1F0D662}" type="sibTrans" cxnId="{2BF64026-5C97-4B4E-A58D-82560CEED003}">
      <dgm:prSet/>
      <dgm:spPr/>
      <dgm:t>
        <a:bodyPr/>
        <a:lstStyle/>
        <a:p>
          <a:endParaRPr lang="en-US"/>
        </a:p>
      </dgm:t>
    </dgm:pt>
    <dgm:pt modelId="{23BE6C2E-8218-9E4B-BE4D-238DCC831B42}" type="pres">
      <dgm:prSet presAssocID="{D7C56DA8-CB18-46AF-A63F-06DEBCF6B045}" presName="Name0" presStyleCnt="0">
        <dgm:presLayoutVars>
          <dgm:dir/>
          <dgm:animLvl val="lvl"/>
          <dgm:resizeHandles val="exact"/>
        </dgm:presLayoutVars>
      </dgm:prSet>
      <dgm:spPr/>
    </dgm:pt>
    <dgm:pt modelId="{62F21423-43FC-6247-9A7A-F070BD9EDB63}" type="pres">
      <dgm:prSet presAssocID="{5D12E74F-AC98-4666-AB39-FB559DD6D354}" presName="boxAndChildren" presStyleCnt="0"/>
      <dgm:spPr/>
    </dgm:pt>
    <dgm:pt modelId="{BF2FEE39-7EE8-424C-A30C-3D6BAB816873}" type="pres">
      <dgm:prSet presAssocID="{5D12E74F-AC98-4666-AB39-FB559DD6D354}" presName="parentTextBox" presStyleLbl="alignNode1" presStyleIdx="0" presStyleCnt="3"/>
      <dgm:spPr/>
    </dgm:pt>
    <dgm:pt modelId="{3D84BD0E-E80B-6A43-A822-AC6B07285F32}" type="pres">
      <dgm:prSet presAssocID="{5D12E74F-AC98-4666-AB39-FB559DD6D354}" presName="descendantBox" presStyleLbl="bgAccFollowNode1" presStyleIdx="0" presStyleCnt="3"/>
      <dgm:spPr/>
    </dgm:pt>
    <dgm:pt modelId="{23F83EA8-AEE8-C741-96CC-0721ABC37776}" type="pres">
      <dgm:prSet presAssocID="{133425D7-4EEA-4918-8660-C1A8EE84F95A}" presName="sp" presStyleCnt="0"/>
      <dgm:spPr/>
    </dgm:pt>
    <dgm:pt modelId="{12E429DD-8651-964F-ABE7-53F95B03111B}" type="pres">
      <dgm:prSet presAssocID="{E9EE8DA2-0798-4415-A84B-19D35323B6A1}" presName="arrowAndChildren" presStyleCnt="0"/>
      <dgm:spPr/>
    </dgm:pt>
    <dgm:pt modelId="{023C31E0-7504-EF43-9E18-18D0F2224569}" type="pres">
      <dgm:prSet presAssocID="{E9EE8DA2-0798-4415-A84B-19D35323B6A1}" presName="parentTextArrow" presStyleLbl="node1" presStyleIdx="0" presStyleCnt="0"/>
      <dgm:spPr/>
    </dgm:pt>
    <dgm:pt modelId="{CAD6CC2F-438C-EC4D-A851-075377452B4C}" type="pres">
      <dgm:prSet presAssocID="{E9EE8DA2-0798-4415-A84B-19D35323B6A1}" presName="arrow" presStyleLbl="alignNode1" presStyleIdx="1" presStyleCnt="3"/>
      <dgm:spPr/>
    </dgm:pt>
    <dgm:pt modelId="{6D1E97DD-D192-D44A-B8EA-B6D69471B76A}" type="pres">
      <dgm:prSet presAssocID="{E9EE8DA2-0798-4415-A84B-19D35323B6A1}" presName="descendantArrow" presStyleLbl="bgAccFollowNode1" presStyleIdx="1" presStyleCnt="3"/>
      <dgm:spPr/>
    </dgm:pt>
    <dgm:pt modelId="{0EE2F06C-B10A-2D43-9E72-4B56D14D9CF3}" type="pres">
      <dgm:prSet presAssocID="{BE85EE1E-4501-494D-BAB7-6CD35901A546}" presName="sp" presStyleCnt="0"/>
      <dgm:spPr/>
    </dgm:pt>
    <dgm:pt modelId="{209FD321-251E-494D-8592-149055B6F124}" type="pres">
      <dgm:prSet presAssocID="{98332C05-CC61-4A67-8F73-CBA422731DAF}" presName="arrowAndChildren" presStyleCnt="0"/>
      <dgm:spPr/>
    </dgm:pt>
    <dgm:pt modelId="{0B7C7612-18F1-434B-AC7C-3CB6DD2D2962}" type="pres">
      <dgm:prSet presAssocID="{98332C05-CC61-4A67-8F73-CBA422731DAF}" presName="parentTextArrow" presStyleLbl="node1" presStyleIdx="0" presStyleCnt="0"/>
      <dgm:spPr/>
    </dgm:pt>
    <dgm:pt modelId="{DD939ADB-A003-3143-A93E-9541EEDC6A12}" type="pres">
      <dgm:prSet presAssocID="{98332C05-CC61-4A67-8F73-CBA422731DAF}" presName="arrow" presStyleLbl="alignNode1" presStyleIdx="2" presStyleCnt="3"/>
      <dgm:spPr/>
    </dgm:pt>
    <dgm:pt modelId="{9870AFC9-F8ED-2249-8B98-BABA01E5BF0D}" type="pres">
      <dgm:prSet presAssocID="{98332C05-CC61-4A67-8F73-CBA422731DAF}" presName="descendantArrow" presStyleLbl="bgAccFollowNode1" presStyleIdx="2" presStyleCnt="3"/>
      <dgm:spPr/>
    </dgm:pt>
  </dgm:ptLst>
  <dgm:cxnLst>
    <dgm:cxn modelId="{42428E09-3911-964B-9E0B-9966E1BA9A36}" type="presOf" srcId="{D7C56DA8-CB18-46AF-A63F-06DEBCF6B045}" destId="{23BE6C2E-8218-9E4B-BE4D-238DCC831B42}" srcOrd="0" destOrd="0" presId="urn:microsoft.com/office/officeart/2016/7/layout/VerticalDownArrowProcess"/>
    <dgm:cxn modelId="{5598AE0C-6374-BC4E-9D9C-F5BA863655AC}" type="presOf" srcId="{98332C05-CC61-4A67-8F73-CBA422731DAF}" destId="{0B7C7612-18F1-434B-AC7C-3CB6DD2D2962}" srcOrd="0" destOrd="0" presId="urn:microsoft.com/office/officeart/2016/7/layout/VerticalDownArrowProcess"/>
    <dgm:cxn modelId="{6167710D-C197-4986-AA8B-8267DD75F5F2}" srcId="{D7C56DA8-CB18-46AF-A63F-06DEBCF6B045}" destId="{98332C05-CC61-4A67-8F73-CBA422731DAF}" srcOrd="0" destOrd="0" parTransId="{A64FD23D-44CB-4E5C-9D61-95775677675E}" sibTransId="{BE85EE1E-4501-494D-BAB7-6CD35901A546}"/>
    <dgm:cxn modelId="{FADFA30F-F727-5744-88F9-E5C61175194F}" type="presOf" srcId="{D5AA18EC-1D05-41DA-A0A9-617CE89D5971}" destId="{9870AFC9-F8ED-2249-8B98-BABA01E5BF0D}" srcOrd="0" destOrd="0" presId="urn:microsoft.com/office/officeart/2016/7/layout/VerticalDownArrowProcess"/>
    <dgm:cxn modelId="{00DA6513-3711-5047-B267-ACA5EA3FD274}" type="presOf" srcId="{5D12E74F-AC98-4666-AB39-FB559DD6D354}" destId="{BF2FEE39-7EE8-424C-A30C-3D6BAB816873}" srcOrd="0" destOrd="0" presId="urn:microsoft.com/office/officeart/2016/7/layout/VerticalDownArrowProcess"/>
    <dgm:cxn modelId="{2BF64026-5C97-4B4E-A58D-82560CEED003}" srcId="{5D12E74F-AC98-4666-AB39-FB559DD6D354}" destId="{7850C269-B396-4193-99EF-57F47787C8A9}" srcOrd="0" destOrd="0" parTransId="{7426CA03-F77C-4AA6-990E-C065935833FB}" sibTransId="{DB49DDCA-D1AA-4207-9AA7-EAE2D1F0D662}"/>
    <dgm:cxn modelId="{251CC334-BA47-4FF2-8167-ACA6E6498F0A}" srcId="{D7C56DA8-CB18-46AF-A63F-06DEBCF6B045}" destId="{5D12E74F-AC98-4666-AB39-FB559DD6D354}" srcOrd="2" destOrd="0" parTransId="{3D64B414-965E-4E03-95C2-DD89B5BA7667}" sibTransId="{C76B058D-8218-415E-A57F-BB9A8F8EEDFF}"/>
    <dgm:cxn modelId="{C3FEA43D-C477-4408-912A-51119D9530D1}" srcId="{98332C05-CC61-4A67-8F73-CBA422731DAF}" destId="{D5AA18EC-1D05-41DA-A0A9-617CE89D5971}" srcOrd="0" destOrd="0" parTransId="{EA2E6A71-9C59-4F51-9940-E7343BF9C473}" sibTransId="{01E1772E-DA22-4006-8DC1-0E61EC7D1F69}"/>
    <dgm:cxn modelId="{7F342254-535A-4A43-9366-7B437D90E9E6}" srcId="{E9EE8DA2-0798-4415-A84B-19D35323B6A1}" destId="{2E0D318B-1921-4015-8C4C-4C60AE6005A6}" srcOrd="0" destOrd="0" parTransId="{F5806D86-2830-4F21-80E8-E35529DE9E19}" sibTransId="{E1B4404A-E666-4F07-B9B7-11A84177B49F}"/>
    <dgm:cxn modelId="{6714616E-E6F7-4164-B149-2E21AF148223}" srcId="{D7C56DA8-CB18-46AF-A63F-06DEBCF6B045}" destId="{E9EE8DA2-0798-4415-A84B-19D35323B6A1}" srcOrd="1" destOrd="0" parTransId="{B0049B6C-A682-4725-A4A2-FEDE428E9B6C}" sibTransId="{133425D7-4EEA-4918-8660-C1A8EE84F95A}"/>
    <dgm:cxn modelId="{85EBF193-1C06-784A-B103-FE9FEAB6A679}" type="presOf" srcId="{7850C269-B396-4193-99EF-57F47787C8A9}" destId="{3D84BD0E-E80B-6A43-A822-AC6B07285F32}" srcOrd="0" destOrd="0" presId="urn:microsoft.com/office/officeart/2016/7/layout/VerticalDownArrowProcess"/>
    <dgm:cxn modelId="{211B0CB7-B5D0-EA44-86AE-3683382A1ED9}" type="presOf" srcId="{2E0D318B-1921-4015-8C4C-4C60AE6005A6}" destId="{6D1E97DD-D192-D44A-B8EA-B6D69471B76A}" srcOrd="0" destOrd="0" presId="urn:microsoft.com/office/officeart/2016/7/layout/VerticalDownArrowProcess"/>
    <dgm:cxn modelId="{535F9CD1-2E28-EB4E-B299-4581FF0526DC}" type="presOf" srcId="{98332C05-CC61-4A67-8F73-CBA422731DAF}" destId="{DD939ADB-A003-3143-A93E-9541EEDC6A12}" srcOrd="1" destOrd="0" presId="urn:microsoft.com/office/officeart/2016/7/layout/VerticalDownArrowProcess"/>
    <dgm:cxn modelId="{C39B9CE3-C492-FD41-AE0E-ED85EE57568D}" type="presOf" srcId="{E9EE8DA2-0798-4415-A84B-19D35323B6A1}" destId="{CAD6CC2F-438C-EC4D-A851-075377452B4C}" srcOrd="1" destOrd="0" presId="urn:microsoft.com/office/officeart/2016/7/layout/VerticalDownArrowProcess"/>
    <dgm:cxn modelId="{38527FFC-34EE-2044-B9AC-27262FF3E78F}" type="presOf" srcId="{E9EE8DA2-0798-4415-A84B-19D35323B6A1}" destId="{023C31E0-7504-EF43-9E18-18D0F2224569}" srcOrd="0" destOrd="0" presId="urn:microsoft.com/office/officeart/2016/7/layout/VerticalDownArrowProcess"/>
    <dgm:cxn modelId="{D1885CC2-94F0-264F-84C8-C65C92F4A7EE}" type="presParOf" srcId="{23BE6C2E-8218-9E4B-BE4D-238DCC831B42}" destId="{62F21423-43FC-6247-9A7A-F070BD9EDB63}" srcOrd="0" destOrd="0" presId="urn:microsoft.com/office/officeart/2016/7/layout/VerticalDownArrowProcess"/>
    <dgm:cxn modelId="{B1C75EB4-4DD8-0640-8805-6CB82D99D67E}" type="presParOf" srcId="{62F21423-43FC-6247-9A7A-F070BD9EDB63}" destId="{BF2FEE39-7EE8-424C-A30C-3D6BAB816873}" srcOrd="0" destOrd="0" presId="urn:microsoft.com/office/officeart/2016/7/layout/VerticalDownArrowProcess"/>
    <dgm:cxn modelId="{8B08CE2D-3762-0245-9D5E-AAC0F9CA084E}" type="presParOf" srcId="{62F21423-43FC-6247-9A7A-F070BD9EDB63}" destId="{3D84BD0E-E80B-6A43-A822-AC6B07285F32}" srcOrd="1" destOrd="0" presId="urn:microsoft.com/office/officeart/2016/7/layout/VerticalDownArrowProcess"/>
    <dgm:cxn modelId="{FBFD4757-2C9D-6243-9185-3F40FE3AD83F}" type="presParOf" srcId="{23BE6C2E-8218-9E4B-BE4D-238DCC831B42}" destId="{23F83EA8-AEE8-C741-96CC-0721ABC37776}" srcOrd="1" destOrd="0" presId="urn:microsoft.com/office/officeart/2016/7/layout/VerticalDownArrowProcess"/>
    <dgm:cxn modelId="{EBFD9A41-0046-704E-8033-CE700BAA7A4C}" type="presParOf" srcId="{23BE6C2E-8218-9E4B-BE4D-238DCC831B42}" destId="{12E429DD-8651-964F-ABE7-53F95B03111B}" srcOrd="2" destOrd="0" presId="urn:microsoft.com/office/officeart/2016/7/layout/VerticalDownArrowProcess"/>
    <dgm:cxn modelId="{C88F3949-F583-9A40-BB8B-34114E8D59F0}" type="presParOf" srcId="{12E429DD-8651-964F-ABE7-53F95B03111B}" destId="{023C31E0-7504-EF43-9E18-18D0F2224569}" srcOrd="0" destOrd="0" presId="urn:microsoft.com/office/officeart/2016/7/layout/VerticalDownArrowProcess"/>
    <dgm:cxn modelId="{29B66F1C-69EC-0645-B100-E644FB24F4B9}" type="presParOf" srcId="{12E429DD-8651-964F-ABE7-53F95B03111B}" destId="{CAD6CC2F-438C-EC4D-A851-075377452B4C}" srcOrd="1" destOrd="0" presId="urn:microsoft.com/office/officeart/2016/7/layout/VerticalDownArrowProcess"/>
    <dgm:cxn modelId="{E5EF6A3C-1B94-2C47-B252-08614F0887D2}" type="presParOf" srcId="{12E429DD-8651-964F-ABE7-53F95B03111B}" destId="{6D1E97DD-D192-D44A-B8EA-B6D69471B76A}" srcOrd="2" destOrd="0" presId="urn:microsoft.com/office/officeart/2016/7/layout/VerticalDownArrowProcess"/>
    <dgm:cxn modelId="{F4619503-1436-E64B-A18B-4BB5E916E251}" type="presParOf" srcId="{23BE6C2E-8218-9E4B-BE4D-238DCC831B42}" destId="{0EE2F06C-B10A-2D43-9E72-4B56D14D9CF3}" srcOrd="3" destOrd="0" presId="urn:microsoft.com/office/officeart/2016/7/layout/VerticalDownArrowProcess"/>
    <dgm:cxn modelId="{09215659-DF89-A94D-8702-B0844B23BD54}" type="presParOf" srcId="{23BE6C2E-8218-9E4B-BE4D-238DCC831B42}" destId="{209FD321-251E-494D-8592-149055B6F124}" srcOrd="4" destOrd="0" presId="urn:microsoft.com/office/officeart/2016/7/layout/VerticalDownArrowProcess"/>
    <dgm:cxn modelId="{30D206C4-85C3-A840-8146-74CE01356A23}" type="presParOf" srcId="{209FD321-251E-494D-8592-149055B6F124}" destId="{0B7C7612-18F1-434B-AC7C-3CB6DD2D2962}" srcOrd="0" destOrd="0" presId="urn:microsoft.com/office/officeart/2016/7/layout/VerticalDownArrowProcess"/>
    <dgm:cxn modelId="{2FCCE9CD-FDA1-7942-A0F9-D7EA232B6751}" type="presParOf" srcId="{209FD321-251E-494D-8592-149055B6F124}" destId="{DD939ADB-A003-3143-A93E-9541EEDC6A12}" srcOrd="1" destOrd="0" presId="urn:microsoft.com/office/officeart/2016/7/layout/VerticalDownArrowProcess"/>
    <dgm:cxn modelId="{2280BFDD-0814-3549-9B4D-317BD51CA767}" type="presParOf" srcId="{209FD321-251E-494D-8592-149055B6F124}" destId="{9870AFC9-F8ED-2249-8B98-BABA01E5BF0D}" srcOrd="2" destOrd="0" presId="urn:microsoft.com/office/officeart/2016/7/layout/VerticalDownArrowProcess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8656AC-F76B-0948-9A32-CC0CA3715513}">
      <dsp:nvSpPr>
        <dsp:cNvPr id="0" name=""/>
        <dsp:cNvSpPr/>
      </dsp:nvSpPr>
      <dsp:spPr>
        <a:xfrm>
          <a:off x="0" y="3886230"/>
          <a:ext cx="2057400" cy="63756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42240" rIns="1463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Visualise</a:t>
          </a:r>
          <a:r>
            <a:rPr lang="en-US" sz="2000" kern="1200" dirty="0"/>
            <a:t> and report</a:t>
          </a:r>
        </a:p>
      </dsp:txBody>
      <dsp:txXfrm>
        <a:off x="0" y="3886230"/>
        <a:ext cx="2057400" cy="637568"/>
      </dsp:txXfrm>
    </dsp:sp>
    <dsp:sp modelId="{56ACB224-CCD2-7D47-ACA9-AA648933E8CA}">
      <dsp:nvSpPr>
        <dsp:cNvPr id="0" name=""/>
        <dsp:cNvSpPr/>
      </dsp:nvSpPr>
      <dsp:spPr>
        <a:xfrm>
          <a:off x="2057400" y="3886230"/>
          <a:ext cx="6172199" cy="63756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Visualise</a:t>
          </a:r>
          <a:r>
            <a:rPr lang="en-US" sz="2000" kern="1200" dirty="0"/>
            <a:t> and report results reproducibly</a:t>
          </a:r>
        </a:p>
      </dsp:txBody>
      <dsp:txXfrm>
        <a:off x="2057400" y="3886230"/>
        <a:ext cx="6172199" cy="637568"/>
      </dsp:txXfrm>
    </dsp:sp>
    <dsp:sp modelId="{B7E74D1C-6AD0-924A-942C-D00F396DD058}">
      <dsp:nvSpPr>
        <dsp:cNvPr id="0" name=""/>
        <dsp:cNvSpPr/>
      </dsp:nvSpPr>
      <dsp:spPr>
        <a:xfrm rot="10800000">
          <a:off x="0" y="2915214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42240" rIns="1463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Conduct</a:t>
          </a:r>
        </a:p>
      </dsp:txBody>
      <dsp:txXfrm rot="-10800000">
        <a:off x="0" y="2915214"/>
        <a:ext cx="2057400" cy="637377"/>
      </dsp:txXfrm>
    </dsp:sp>
    <dsp:sp modelId="{E0B9DF28-9C31-F144-B98C-2A2449F68FB2}">
      <dsp:nvSpPr>
        <dsp:cNvPr id="0" name=""/>
        <dsp:cNvSpPr/>
      </dsp:nvSpPr>
      <dsp:spPr>
        <a:xfrm>
          <a:off x="2057400" y="2915214"/>
          <a:ext cx="6172199" cy="63737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Conduct basic meta‑analysis</a:t>
          </a:r>
        </a:p>
      </dsp:txBody>
      <dsp:txXfrm>
        <a:off x="2057400" y="2915214"/>
        <a:ext cx="6172199" cy="637377"/>
      </dsp:txXfrm>
    </dsp:sp>
    <dsp:sp modelId="{AF6CF85C-9390-A045-B980-3E0F8EB07A3F}">
      <dsp:nvSpPr>
        <dsp:cNvPr id="0" name=""/>
        <dsp:cNvSpPr/>
      </dsp:nvSpPr>
      <dsp:spPr>
        <a:xfrm rot="10800000">
          <a:off x="0" y="1944197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42240" rIns="1463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Remove</a:t>
          </a:r>
        </a:p>
      </dsp:txBody>
      <dsp:txXfrm rot="-10800000">
        <a:off x="0" y="1944197"/>
        <a:ext cx="2057400" cy="637377"/>
      </dsp:txXfrm>
    </dsp:sp>
    <dsp:sp modelId="{D1EFCD21-7CA2-8840-BF15-8539359DCAAE}">
      <dsp:nvSpPr>
        <dsp:cNvPr id="0" name=""/>
        <dsp:cNvSpPr/>
      </dsp:nvSpPr>
      <dsp:spPr>
        <a:xfrm>
          <a:off x="2057400" y="1944197"/>
          <a:ext cx="6172199" cy="63737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Remove duplicates and screen studies</a:t>
          </a:r>
        </a:p>
      </dsp:txBody>
      <dsp:txXfrm>
        <a:off x="2057400" y="1944197"/>
        <a:ext cx="6172199" cy="637377"/>
      </dsp:txXfrm>
    </dsp:sp>
    <dsp:sp modelId="{2DF0C12E-5D8E-E740-9AD4-5FCE605613D3}">
      <dsp:nvSpPr>
        <dsp:cNvPr id="0" name=""/>
        <dsp:cNvSpPr/>
      </dsp:nvSpPr>
      <dsp:spPr>
        <a:xfrm rot="10800000">
          <a:off x="0" y="973180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42240" rIns="1463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Import and manage</a:t>
          </a:r>
        </a:p>
      </dsp:txBody>
      <dsp:txXfrm rot="-10800000">
        <a:off x="0" y="973180"/>
        <a:ext cx="2057400" cy="637377"/>
      </dsp:txXfrm>
    </dsp:sp>
    <dsp:sp modelId="{F9BE134C-61E0-C645-B49C-55D0895D974B}">
      <dsp:nvSpPr>
        <dsp:cNvPr id="0" name=""/>
        <dsp:cNvSpPr/>
      </dsp:nvSpPr>
      <dsp:spPr>
        <a:xfrm>
          <a:off x="2057400" y="973180"/>
          <a:ext cx="6172199" cy="63737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Import and manage bibliographic data</a:t>
          </a:r>
        </a:p>
      </dsp:txBody>
      <dsp:txXfrm>
        <a:off x="2057400" y="973180"/>
        <a:ext cx="6172199" cy="637377"/>
      </dsp:txXfrm>
    </dsp:sp>
    <dsp:sp modelId="{0C0969CC-9A32-0743-9EC1-66228AF06323}">
      <dsp:nvSpPr>
        <dsp:cNvPr id="0" name=""/>
        <dsp:cNvSpPr/>
      </dsp:nvSpPr>
      <dsp:spPr>
        <a:xfrm rot="10800000">
          <a:off x="0" y="2163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42240" rIns="1463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Understand</a:t>
          </a:r>
        </a:p>
      </dsp:txBody>
      <dsp:txXfrm rot="-10800000">
        <a:off x="0" y="2163"/>
        <a:ext cx="2057400" cy="637377"/>
      </dsp:txXfrm>
    </dsp:sp>
    <dsp:sp modelId="{346B5BD8-25C2-8F40-84B3-3E22B15890F7}">
      <dsp:nvSpPr>
        <dsp:cNvPr id="0" name=""/>
        <dsp:cNvSpPr/>
      </dsp:nvSpPr>
      <dsp:spPr>
        <a:xfrm>
          <a:off x="2057400" y="2163"/>
          <a:ext cx="6172199" cy="63737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Understand the systematic review workflow in R</a:t>
          </a:r>
        </a:p>
      </dsp:txBody>
      <dsp:txXfrm>
        <a:off x="2057400" y="2163"/>
        <a:ext cx="6172199" cy="6373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56C061-933D-41C4-A52A-6DE2A6A009B1}">
      <dsp:nvSpPr>
        <dsp:cNvPr id="0" name=""/>
        <dsp:cNvSpPr/>
      </dsp:nvSpPr>
      <dsp:spPr>
        <a:xfrm>
          <a:off x="376435" y="66765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94021-88F9-4707-893B-4CCB0CD8EEB2}">
      <dsp:nvSpPr>
        <dsp:cNvPr id="0" name=""/>
        <dsp:cNvSpPr/>
      </dsp:nvSpPr>
      <dsp:spPr>
        <a:xfrm>
          <a:off x="610435" y="90165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9D00B-9006-4103-A9FE-6E5C3C5A1A75}">
      <dsp:nvSpPr>
        <dsp:cNvPr id="0" name=""/>
        <dsp:cNvSpPr/>
      </dsp:nvSpPr>
      <dsp:spPr>
        <a:xfrm>
          <a:off x="25435" y="2107652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Structured and transparent literature synthesis</a:t>
          </a:r>
        </a:p>
      </dsp:txBody>
      <dsp:txXfrm>
        <a:off x="25435" y="2107652"/>
        <a:ext cx="1800000" cy="1417500"/>
      </dsp:txXfrm>
    </dsp:sp>
    <dsp:sp modelId="{B6AEB255-72DF-4388-BAC4-08CC7735C33B}">
      <dsp:nvSpPr>
        <dsp:cNvPr id="0" name=""/>
        <dsp:cNvSpPr/>
      </dsp:nvSpPr>
      <dsp:spPr>
        <a:xfrm>
          <a:off x="2491435" y="66765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A1C56-140E-425E-9976-45863D01F53A}">
      <dsp:nvSpPr>
        <dsp:cNvPr id="0" name=""/>
        <dsp:cNvSpPr/>
      </dsp:nvSpPr>
      <dsp:spPr>
        <a:xfrm>
          <a:off x="2725435" y="90165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B1C97-F7CF-4DF1-87D7-A857C99F4B38}">
      <dsp:nvSpPr>
        <dsp:cNvPr id="0" name=""/>
        <dsp:cNvSpPr/>
      </dsp:nvSpPr>
      <dsp:spPr>
        <a:xfrm>
          <a:off x="2140435" y="2107652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Follows predefined protocols</a:t>
          </a:r>
        </a:p>
      </dsp:txBody>
      <dsp:txXfrm>
        <a:off x="2140435" y="2107652"/>
        <a:ext cx="1800000" cy="1417500"/>
      </dsp:txXfrm>
    </dsp:sp>
    <dsp:sp modelId="{B8E8A989-B1D9-4733-97AD-D671DB3AB6BF}">
      <dsp:nvSpPr>
        <dsp:cNvPr id="0" name=""/>
        <dsp:cNvSpPr/>
      </dsp:nvSpPr>
      <dsp:spPr>
        <a:xfrm>
          <a:off x="4606435" y="66765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CCFAF9-575E-4BAB-AEA0-D46D1CA3B86F}">
      <dsp:nvSpPr>
        <dsp:cNvPr id="0" name=""/>
        <dsp:cNvSpPr/>
      </dsp:nvSpPr>
      <dsp:spPr>
        <a:xfrm>
          <a:off x="4840435" y="90165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62F30-2C6D-4130-A877-D3AFBC3A7A7B}">
      <dsp:nvSpPr>
        <dsp:cNvPr id="0" name=""/>
        <dsp:cNvSpPr/>
      </dsp:nvSpPr>
      <dsp:spPr>
        <a:xfrm>
          <a:off x="4255435" y="2107652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Comprehensive search strategy</a:t>
          </a:r>
        </a:p>
      </dsp:txBody>
      <dsp:txXfrm>
        <a:off x="4255435" y="2107652"/>
        <a:ext cx="1800000" cy="1417500"/>
      </dsp:txXfrm>
    </dsp:sp>
    <dsp:sp modelId="{DB0D52DC-7F40-4874-9E53-23A805FDA335}">
      <dsp:nvSpPr>
        <dsp:cNvPr id="0" name=""/>
        <dsp:cNvSpPr/>
      </dsp:nvSpPr>
      <dsp:spPr>
        <a:xfrm>
          <a:off x="6721435" y="66765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7E9E1-B825-40CA-BF1F-CC3FCD6EAE9D}">
      <dsp:nvSpPr>
        <dsp:cNvPr id="0" name=""/>
        <dsp:cNvSpPr/>
      </dsp:nvSpPr>
      <dsp:spPr>
        <a:xfrm>
          <a:off x="6955435" y="90165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92B27-63DF-4E0B-B459-3956F478AA68}">
      <dsp:nvSpPr>
        <dsp:cNvPr id="0" name=""/>
        <dsp:cNvSpPr/>
      </dsp:nvSpPr>
      <dsp:spPr>
        <a:xfrm>
          <a:off x="6370435" y="2107652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Reproducible analysis and reporting</a:t>
          </a:r>
        </a:p>
      </dsp:txBody>
      <dsp:txXfrm>
        <a:off x="6370435" y="2107652"/>
        <a:ext cx="1800000" cy="141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C0248-59F4-4490-82B9-251ABDF60AA5}">
      <dsp:nvSpPr>
        <dsp:cNvPr id="0" name=""/>
        <dsp:cNvSpPr/>
      </dsp:nvSpPr>
      <dsp:spPr>
        <a:xfrm>
          <a:off x="0" y="4325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47C84-3B3B-4C52-9325-B4E8C4A99E32}">
      <dsp:nvSpPr>
        <dsp:cNvPr id="0" name=""/>
        <dsp:cNvSpPr/>
      </dsp:nvSpPr>
      <dsp:spPr>
        <a:xfrm>
          <a:off x="278677" y="211606"/>
          <a:ext cx="506686" cy="5066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8E6B9-0595-4435-8BEC-F9FD1FA17069}">
      <dsp:nvSpPr>
        <dsp:cNvPr id="0" name=""/>
        <dsp:cNvSpPr/>
      </dsp:nvSpPr>
      <dsp:spPr>
        <a:xfrm>
          <a:off x="1064041" y="4325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Define research question</a:t>
          </a:r>
        </a:p>
      </dsp:txBody>
      <dsp:txXfrm>
        <a:off x="1064041" y="4325"/>
        <a:ext cx="4111342" cy="921248"/>
      </dsp:txXfrm>
    </dsp:sp>
    <dsp:sp modelId="{75196E8B-E235-47E2-84F3-608FCEC34BB5}">
      <dsp:nvSpPr>
        <dsp:cNvPr id="0" name=""/>
        <dsp:cNvSpPr/>
      </dsp:nvSpPr>
      <dsp:spPr>
        <a:xfrm>
          <a:off x="0" y="1155885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E8030-704A-492F-A43A-8204A1A9FE5C}">
      <dsp:nvSpPr>
        <dsp:cNvPr id="0" name=""/>
        <dsp:cNvSpPr/>
      </dsp:nvSpPr>
      <dsp:spPr>
        <a:xfrm>
          <a:off x="278677" y="1363166"/>
          <a:ext cx="506686" cy="5066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059B5-DD1E-4470-841A-2DF86E4C1023}">
      <dsp:nvSpPr>
        <dsp:cNvPr id="0" name=""/>
        <dsp:cNvSpPr/>
      </dsp:nvSpPr>
      <dsp:spPr>
        <a:xfrm>
          <a:off x="1064041" y="1155885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Literature search</a:t>
          </a:r>
        </a:p>
      </dsp:txBody>
      <dsp:txXfrm>
        <a:off x="1064041" y="1155885"/>
        <a:ext cx="4111342" cy="921248"/>
      </dsp:txXfrm>
    </dsp:sp>
    <dsp:sp modelId="{86DAAB3F-3444-4941-92A2-00D6DA211818}">
      <dsp:nvSpPr>
        <dsp:cNvPr id="0" name=""/>
        <dsp:cNvSpPr/>
      </dsp:nvSpPr>
      <dsp:spPr>
        <a:xfrm>
          <a:off x="0" y="2307446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361C4D-ACB4-492A-B3C2-B3C5D1FEE233}">
      <dsp:nvSpPr>
        <dsp:cNvPr id="0" name=""/>
        <dsp:cNvSpPr/>
      </dsp:nvSpPr>
      <dsp:spPr>
        <a:xfrm>
          <a:off x="278677" y="2514727"/>
          <a:ext cx="506686" cy="5066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C6B0F7-CF23-474D-9074-0CD9F1632411}">
      <dsp:nvSpPr>
        <dsp:cNvPr id="0" name=""/>
        <dsp:cNvSpPr/>
      </dsp:nvSpPr>
      <dsp:spPr>
        <a:xfrm>
          <a:off x="1064041" y="2307446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Screening and eligibility</a:t>
          </a:r>
        </a:p>
      </dsp:txBody>
      <dsp:txXfrm>
        <a:off x="1064041" y="2307446"/>
        <a:ext cx="4111342" cy="921248"/>
      </dsp:txXfrm>
    </dsp:sp>
    <dsp:sp modelId="{AD8D198D-191A-4A17-ADD4-A85C9F42D201}">
      <dsp:nvSpPr>
        <dsp:cNvPr id="0" name=""/>
        <dsp:cNvSpPr/>
      </dsp:nvSpPr>
      <dsp:spPr>
        <a:xfrm>
          <a:off x="0" y="3459006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F16F1-00FD-4BED-A9DE-FB3ACFDDC5DB}">
      <dsp:nvSpPr>
        <dsp:cNvPr id="0" name=""/>
        <dsp:cNvSpPr/>
      </dsp:nvSpPr>
      <dsp:spPr>
        <a:xfrm>
          <a:off x="278677" y="3666287"/>
          <a:ext cx="506686" cy="5066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7A275-C19A-43A7-97E4-693954CCED7B}">
      <dsp:nvSpPr>
        <dsp:cNvPr id="0" name=""/>
        <dsp:cNvSpPr/>
      </dsp:nvSpPr>
      <dsp:spPr>
        <a:xfrm>
          <a:off x="1064041" y="3459006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extraction</a:t>
          </a:r>
        </a:p>
      </dsp:txBody>
      <dsp:txXfrm>
        <a:off x="1064041" y="3459006"/>
        <a:ext cx="4111342" cy="921248"/>
      </dsp:txXfrm>
    </dsp:sp>
    <dsp:sp modelId="{E804DC0A-1425-4BC9-87B8-CAB16A311F0B}">
      <dsp:nvSpPr>
        <dsp:cNvPr id="0" name=""/>
        <dsp:cNvSpPr/>
      </dsp:nvSpPr>
      <dsp:spPr>
        <a:xfrm>
          <a:off x="0" y="4610567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589AC-5D00-403D-9D72-1FB29E2E46B4}">
      <dsp:nvSpPr>
        <dsp:cNvPr id="0" name=""/>
        <dsp:cNvSpPr/>
      </dsp:nvSpPr>
      <dsp:spPr>
        <a:xfrm>
          <a:off x="278677" y="4817848"/>
          <a:ext cx="506686" cy="5066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4F9B3-F7F2-4252-BC9A-07A643A6E64B}">
      <dsp:nvSpPr>
        <dsp:cNvPr id="0" name=""/>
        <dsp:cNvSpPr/>
      </dsp:nvSpPr>
      <dsp:spPr>
        <a:xfrm>
          <a:off x="1064041" y="4610567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Evidence synthesis and reporting</a:t>
          </a:r>
        </a:p>
      </dsp:txBody>
      <dsp:txXfrm>
        <a:off x="1064041" y="4610567"/>
        <a:ext cx="4111342" cy="9212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DD9B9-E785-624D-9B0A-9A312717F4FB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68B4A-1BF0-1447-8A51-63E2367567AF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Identify the PICO elements according to the reserach questions</a:t>
          </a:r>
        </a:p>
      </dsp:txBody>
      <dsp:txXfrm>
        <a:off x="0" y="675"/>
        <a:ext cx="4718785" cy="1105876"/>
      </dsp:txXfrm>
    </dsp:sp>
    <dsp:sp modelId="{7B17A85C-C4E2-654B-8992-8CB95C94E2ED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CA716-8D05-9D4F-A1A5-5E7CF4714765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Plan the search strategy, identify the serach database resources</a:t>
          </a:r>
        </a:p>
      </dsp:txBody>
      <dsp:txXfrm>
        <a:off x="0" y="1106552"/>
        <a:ext cx="4718785" cy="1105876"/>
      </dsp:txXfrm>
    </dsp:sp>
    <dsp:sp modelId="{8B46677F-9480-3A48-A5B1-86DCE333865C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887AB-E792-6840-88AA-6E17CB4178E8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Excute the search and record </a:t>
          </a:r>
          <a:r>
            <a:rPr lang="en-US" altLang="zh-CN" sz="2400" kern="1200"/>
            <a:t>the</a:t>
          </a:r>
          <a:r>
            <a:rPr lang="zh-CN" altLang="en-US" sz="2400" kern="1200"/>
            <a:t> </a:t>
          </a:r>
          <a:r>
            <a:rPr lang="en-US" altLang="zh-CN" sz="2400" kern="1200"/>
            <a:t>results</a:t>
          </a:r>
          <a:r>
            <a:rPr lang="zh-CN" altLang="en-US" sz="2400" kern="1200"/>
            <a:t> </a:t>
          </a:r>
          <a:r>
            <a:rPr lang="en-GB" altLang="zh-CN" sz="2400" kern="1200"/>
            <a:t>of each search</a:t>
          </a:r>
          <a:endParaRPr lang="en-GB" sz="2400" kern="1200"/>
        </a:p>
      </dsp:txBody>
      <dsp:txXfrm>
        <a:off x="0" y="2212429"/>
        <a:ext cx="4718785" cy="1105876"/>
      </dsp:txXfrm>
    </dsp:sp>
    <dsp:sp modelId="{B67A3F44-C806-1A4F-AEB8-A27E9BA1358A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6E64B-A827-2C45-A91E-5418810C415A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Refine the results and group the results with limiters</a:t>
          </a:r>
        </a:p>
      </dsp:txBody>
      <dsp:txXfrm>
        <a:off x="0" y="3318305"/>
        <a:ext cx="4718785" cy="1105876"/>
      </dsp:txXfrm>
    </dsp:sp>
    <dsp:sp modelId="{41B6258B-86B6-0745-9CDE-E64CD6A1ACA6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AEAEC-BD86-744C-A629-5A51B88E35C7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Review the literature </a:t>
          </a:r>
        </a:p>
      </dsp:txBody>
      <dsp:txXfrm>
        <a:off x="0" y="4424182"/>
        <a:ext cx="4718785" cy="11058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D4EA8-30A6-4CE6-9294-F67C4402F65C}">
      <dsp:nvSpPr>
        <dsp:cNvPr id="0" name=""/>
        <dsp:cNvSpPr/>
      </dsp:nvSpPr>
      <dsp:spPr>
        <a:xfrm>
          <a:off x="399893" y="1123663"/>
          <a:ext cx="646259" cy="6462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25B29-2B27-45EE-B6B3-F3B076EF2CE0}">
      <dsp:nvSpPr>
        <dsp:cNvPr id="0" name=""/>
        <dsp:cNvSpPr/>
      </dsp:nvSpPr>
      <dsp:spPr>
        <a:xfrm>
          <a:off x="4956" y="1991287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Import bibliographic records</a:t>
          </a:r>
        </a:p>
      </dsp:txBody>
      <dsp:txXfrm>
        <a:off x="4956" y="1991287"/>
        <a:ext cx="1436132" cy="574453"/>
      </dsp:txXfrm>
    </dsp:sp>
    <dsp:sp modelId="{C7913D29-37A3-440E-B523-23B1F4143247}">
      <dsp:nvSpPr>
        <dsp:cNvPr id="0" name=""/>
        <dsp:cNvSpPr/>
      </dsp:nvSpPr>
      <dsp:spPr>
        <a:xfrm>
          <a:off x="2087349" y="1123663"/>
          <a:ext cx="646259" cy="6462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941AB-EE4E-4798-BDBE-0ADCCB95D6A3}">
      <dsp:nvSpPr>
        <dsp:cNvPr id="0" name=""/>
        <dsp:cNvSpPr/>
      </dsp:nvSpPr>
      <dsp:spPr>
        <a:xfrm>
          <a:off x="1692413" y="1991287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Deduplicate references</a:t>
          </a:r>
        </a:p>
      </dsp:txBody>
      <dsp:txXfrm>
        <a:off x="1692413" y="1991287"/>
        <a:ext cx="1436132" cy="574453"/>
      </dsp:txXfrm>
    </dsp:sp>
    <dsp:sp modelId="{5272D6A1-4D91-4D9F-B49C-14AADA7D5CE8}">
      <dsp:nvSpPr>
        <dsp:cNvPr id="0" name=""/>
        <dsp:cNvSpPr/>
      </dsp:nvSpPr>
      <dsp:spPr>
        <a:xfrm>
          <a:off x="3774805" y="1123663"/>
          <a:ext cx="646259" cy="6462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BA4DE-F89A-45CC-99AB-7E2D0E56E07A}">
      <dsp:nvSpPr>
        <dsp:cNvPr id="0" name=""/>
        <dsp:cNvSpPr/>
      </dsp:nvSpPr>
      <dsp:spPr>
        <a:xfrm>
          <a:off x="3379869" y="1991287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Assist screening processes</a:t>
          </a:r>
        </a:p>
      </dsp:txBody>
      <dsp:txXfrm>
        <a:off x="3379869" y="1991287"/>
        <a:ext cx="1436132" cy="574453"/>
      </dsp:txXfrm>
    </dsp:sp>
    <dsp:sp modelId="{01DDA58D-D0F3-432D-A66E-D43D1F5B2260}">
      <dsp:nvSpPr>
        <dsp:cNvPr id="0" name=""/>
        <dsp:cNvSpPr/>
      </dsp:nvSpPr>
      <dsp:spPr>
        <a:xfrm>
          <a:off x="5462261" y="1123663"/>
          <a:ext cx="646259" cy="6462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CA9DC-DA0B-433E-8340-52BF35C83E32}">
      <dsp:nvSpPr>
        <dsp:cNvPr id="0" name=""/>
        <dsp:cNvSpPr/>
      </dsp:nvSpPr>
      <dsp:spPr>
        <a:xfrm>
          <a:off x="5067325" y="1991287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Run meta‑analysis</a:t>
          </a:r>
        </a:p>
      </dsp:txBody>
      <dsp:txXfrm>
        <a:off x="5067325" y="1991287"/>
        <a:ext cx="1436132" cy="574453"/>
      </dsp:txXfrm>
    </dsp:sp>
    <dsp:sp modelId="{66E667AB-FC3C-47E1-B05F-4869ADD7D50A}">
      <dsp:nvSpPr>
        <dsp:cNvPr id="0" name=""/>
        <dsp:cNvSpPr/>
      </dsp:nvSpPr>
      <dsp:spPr>
        <a:xfrm>
          <a:off x="7149717" y="1123663"/>
          <a:ext cx="646259" cy="6462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CE1B09-6F68-4FB8-B661-4A3548A2923B}">
      <dsp:nvSpPr>
        <dsp:cNvPr id="0" name=""/>
        <dsp:cNvSpPr/>
      </dsp:nvSpPr>
      <dsp:spPr>
        <a:xfrm>
          <a:off x="6754781" y="1991287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Produce figures and reports</a:t>
          </a:r>
        </a:p>
      </dsp:txBody>
      <dsp:txXfrm>
        <a:off x="6754781" y="1991287"/>
        <a:ext cx="1436132" cy="5744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F5BC4-A6EF-6D41-8152-33875E8690C2}">
      <dsp:nvSpPr>
        <dsp:cNvPr id="0" name=""/>
        <dsp:cNvSpPr/>
      </dsp:nvSpPr>
      <dsp:spPr>
        <a:xfrm>
          <a:off x="0" y="632556"/>
          <a:ext cx="4773168" cy="105840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8396FB74-1426-574F-9E4D-5F049A8A4143}">
      <dsp:nvSpPr>
        <dsp:cNvPr id="0" name=""/>
        <dsp:cNvSpPr/>
      </dsp:nvSpPr>
      <dsp:spPr>
        <a:xfrm>
          <a:off x="238658" y="12636"/>
          <a:ext cx="3341217" cy="123984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bg1"/>
              </a:solidFill>
            </a:rPr>
            <a:t>revtools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299182" y="73160"/>
        <a:ext cx="3220169" cy="1118792"/>
      </dsp:txXfrm>
    </dsp:sp>
    <dsp:sp modelId="{74E40758-3C74-0647-8297-CA9F937D30AD}">
      <dsp:nvSpPr>
        <dsp:cNvPr id="0" name=""/>
        <dsp:cNvSpPr/>
      </dsp:nvSpPr>
      <dsp:spPr>
        <a:xfrm>
          <a:off x="0" y="2537676"/>
          <a:ext cx="4773168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CB2BA-C83E-2A4E-9496-A56153DB2EA0}">
      <dsp:nvSpPr>
        <dsp:cNvPr id="0" name=""/>
        <dsp:cNvSpPr/>
      </dsp:nvSpPr>
      <dsp:spPr>
        <a:xfrm>
          <a:off x="238658" y="1917756"/>
          <a:ext cx="3341217" cy="123984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 err="1">
              <a:solidFill>
                <a:schemeClr val="bg1"/>
              </a:solidFill>
            </a:rPr>
            <a:t>synthesisr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299182" y="1978280"/>
        <a:ext cx="3220169" cy="1118792"/>
      </dsp:txXfrm>
    </dsp:sp>
    <dsp:sp modelId="{52C81650-DB61-274E-9727-6F50DA39C824}">
      <dsp:nvSpPr>
        <dsp:cNvPr id="0" name=""/>
        <dsp:cNvSpPr/>
      </dsp:nvSpPr>
      <dsp:spPr>
        <a:xfrm>
          <a:off x="0" y="4442795"/>
          <a:ext cx="4773168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93E22-5F69-4D45-A513-1750F206EF6D}">
      <dsp:nvSpPr>
        <dsp:cNvPr id="0" name=""/>
        <dsp:cNvSpPr/>
      </dsp:nvSpPr>
      <dsp:spPr>
        <a:xfrm>
          <a:off x="238658" y="3822876"/>
          <a:ext cx="3341217" cy="123984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bg1"/>
              </a:solidFill>
            </a:rPr>
            <a:t>dplyr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299182" y="3883400"/>
        <a:ext cx="3220169" cy="11187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9E34B-7FE7-470F-80B8-3CEDEA5DAD1D}">
      <dsp:nvSpPr>
        <dsp:cNvPr id="0" name=""/>
        <dsp:cNvSpPr/>
      </dsp:nvSpPr>
      <dsp:spPr>
        <a:xfrm>
          <a:off x="376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A0EF9-D484-4B79-BB5F-592FD6E551D2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757E4-105B-4C6D-B564-73A412B2BB7C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Scopus</a:t>
          </a:r>
        </a:p>
      </dsp:txBody>
      <dsp:txXfrm>
        <a:off x="25435" y="2456402"/>
        <a:ext cx="1800000" cy="720000"/>
      </dsp:txXfrm>
    </dsp:sp>
    <dsp:sp modelId="{F099FE2E-4499-41F9-AC2A-C56884307229}">
      <dsp:nvSpPr>
        <dsp:cNvPr id="0" name=""/>
        <dsp:cNvSpPr/>
      </dsp:nvSpPr>
      <dsp:spPr>
        <a:xfrm>
          <a:off x="2491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86E32A-67D9-4BD0-BD11-FE6456F3766E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EBAA5-A558-47F1-A6B9-F0670E47DCBD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Web of Science</a:t>
          </a:r>
        </a:p>
      </dsp:txBody>
      <dsp:txXfrm>
        <a:off x="2140435" y="2456402"/>
        <a:ext cx="1800000" cy="720000"/>
      </dsp:txXfrm>
    </dsp:sp>
    <dsp:sp modelId="{4FAF357D-5CEE-497D-A0C1-36A41DDC9AEA}">
      <dsp:nvSpPr>
        <dsp:cNvPr id="0" name=""/>
        <dsp:cNvSpPr/>
      </dsp:nvSpPr>
      <dsp:spPr>
        <a:xfrm>
          <a:off x="4606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7BD2C-826B-4D6C-841B-64D159F7B225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71BAD-D0BF-44E3-BD15-1A9DC9DDA709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Google Scholar</a:t>
          </a:r>
        </a:p>
      </dsp:txBody>
      <dsp:txXfrm>
        <a:off x="4255435" y="2456402"/>
        <a:ext cx="1800000" cy="720000"/>
      </dsp:txXfrm>
    </dsp:sp>
    <dsp:sp modelId="{402A741E-6CDC-4CBC-A3D7-03DFE1EE09A0}">
      <dsp:nvSpPr>
        <dsp:cNvPr id="0" name=""/>
        <dsp:cNvSpPr/>
      </dsp:nvSpPr>
      <dsp:spPr>
        <a:xfrm>
          <a:off x="6721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C190-C339-44F0-8283-063E5C54522F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2AB04-4754-4D80-87AC-3FAA0AB7D0F6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DiscoverEd</a:t>
          </a:r>
        </a:p>
      </dsp:txBody>
      <dsp:txXfrm>
        <a:off x="6370435" y="245640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CE723-B6C7-FF4F-9320-7CB419C20CE6}">
      <dsp:nvSpPr>
        <dsp:cNvPr id="0" name=""/>
        <dsp:cNvSpPr/>
      </dsp:nvSpPr>
      <dsp:spPr>
        <a:xfrm>
          <a:off x="954633" y="2544"/>
          <a:ext cx="3818534" cy="1317881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090" tIns="334742" rIns="74090" bIns="33474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Using revtools::read_bibliography()</a:t>
          </a:r>
        </a:p>
      </dsp:txBody>
      <dsp:txXfrm>
        <a:off x="954633" y="2544"/>
        <a:ext cx="3818534" cy="1317881"/>
      </dsp:txXfrm>
    </dsp:sp>
    <dsp:sp modelId="{F40E24AA-3A7C-C54B-BA07-BAAFE50EA422}">
      <dsp:nvSpPr>
        <dsp:cNvPr id="0" name=""/>
        <dsp:cNvSpPr/>
      </dsp:nvSpPr>
      <dsp:spPr>
        <a:xfrm>
          <a:off x="0" y="2544"/>
          <a:ext cx="954633" cy="13178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16" tIns="130177" rIns="50516" bIns="13017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Using</a:t>
          </a:r>
        </a:p>
      </dsp:txBody>
      <dsp:txXfrm>
        <a:off x="0" y="2544"/>
        <a:ext cx="954633" cy="1317881"/>
      </dsp:txXfrm>
    </dsp:sp>
    <dsp:sp modelId="{F3D3C45C-7871-1B42-9388-4D0460C638EB}">
      <dsp:nvSpPr>
        <dsp:cNvPr id="0" name=""/>
        <dsp:cNvSpPr/>
      </dsp:nvSpPr>
      <dsp:spPr>
        <a:xfrm>
          <a:off x="954633" y="1399498"/>
          <a:ext cx="3818534" cy="1317881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090" tIns="334742" rIns="74090" bIns="33474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Handling RIS and CSV files</a:t>
          </a:r>
        </a:p>
      </dsp:txBody>
      <dsp:txXfrm>
        <a:off x="954633" y="1399498"/>
        <a:ext cx="3818534" cy="1317881"/>
      </dsp:txXfrm>
    </dsp:sp>
    <dsp:sp modelId="{B59250CE-CE1C-B348-9713-B54A7711AEC6}">
      <dsp:nvSpPr>
        <dsp:cNvPr id="0" name=""/>
        <dsp:cNvSpPr/>
      </dsp:nvSpPr>
      <dsp:spPr>
        <a:xfrm>
          <a:off x="0" y="1399498"/>
          <a:ext cx="954633" cy="13178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16" tIns="130177" rIns="50516" bIns="13017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Handling</a:t>
          </a:r>
        </a:p>
      </dsp:txBody>
      <dsp:txXfrm>
        <a:off x="0" y="1399498"/>
        <a:ext cx="954633" cy="1317881"/>
      </dsp:txXfrm>
    </dsp:sp>
    <dsp:sp modelId="{A7CCF9FA-CF18-7040-87C5-9D0EFCD5A949}">
      <dsp:nvSpPr>
        <dsp:cNvPr id="0" name=""/>
        <dsp:cNvSpPr/>
      </dsp:nvSpPr>
      <dsp:spPr>
        <a:xfrm>
          <a:off x="954633" y="2796452"/>
          <a:ext cx="3818534" cy="1317881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090" tIns="334742" rIns="74090" bIns="33474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Viewing imported records</a:t>
          </a:r>
        </a:p>
      </dsp:txBody>
      <dsp:txXfrm>
        <a:off x="954633" y="2796452"/>
        <a:ext cx="3818534" cy="1317881"/>
      </dsp:txXfrm>
    </dsp:sp>
    <dsp:sp modelId="{A51C50ED-75E6-BA4F-9819-ADF6690AA359}">
      <dsp:nvSpPr>
        <dsp:cNvPr id="0" name=""/>
        <dsp:cNvSpPr/>
      </dsp:nvSpPr>
      <dsp:spPr>
        <a:xfrm>
          <a:off x="0" y="2796452"/>
          <a:ext cx="954633" cy="13178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16" tIns="130177" rIns="50516" bIns="13017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Viewing</a:t>
          </a:r>
        </a:p>
      </dsp:txBody>
      <dsp:txXfrm>
        <a:off x="0" y="2796452"/>
        <a:ext cx="954633" cy="1317881"/>
      </dsp:txXfrm>
    </dsp:sp>
    <dsp:sp modelId="{19E3677F-CA2F-E144-AEFF-28A50434F610}">
      <dsp:nvSpPr>
        <dsp:cNvPr id="0" name=""/>
        <dsp:cNvSpPr/>
      </dsp:nvSpPr>
      <dsp:spPr>
        <a:xfrm>
          <a:off x="954633" y="4193406"/>
          <a:ext cx="3818534" cy="1317881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090" tIns="334742" rIns="74090" bIns="33474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Checking variable structure</a:t>
          </a:r>
        </a:p>
      </dsp:txBody>
      <dsp:txXfrm>
        <a:off x="954633" y="4193406"/>
        <a:ext cx="3818534" cy="1317881"/>
      </dsp:txXfrm>
    </dsp:sp>
    <dsp:sp modelId="{73B959C2-8EC3-CE40-B183-6A6A3C7CDE9D}">
      <dsp:nvSpPr>
        <dsp:cNvPr id="0" name=""/>
        <dsp:cNvSpPr/>
      </dsp:nvSpPr>
      <dsp:spPr>
        <a:xfrm>
          <a:off x="0" y="4193406"/>
          <a:ext cx="954633" cy="13178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16" tIns="130177" rIns="50516" bIns="13017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Checking</a:t>
          </a:r>
        </a:p>
      </dsp:txBody>
      <dsp:txXfrm>
        <a:off x="0" y="4193406"/>
        <a:ext cx="954633" cy="13178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FEE39-7EE8-424C-A30C-3D6BAB816873}">
      <dsp:nvSpPr>
        <dsp:cNvPr id="0" name=""/>
        <dsp:cNvSpPr/>
      </dsp:nvSpPr>
      <dsp:spPr>
        <a:xfrm>
          <a:off x="0" y="3406931"/>
          <a:ext cx="2057400" cy="1118231"/>
        </a:xfrm>
        <a:prstGeom prst="rect">
          <a:avLst/>
        </a:prstGeom>
        <a:solidFill>
          <a:schemeClr val="tx2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256032" rIns="14632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Prepare</a:t>
          </a:r>
        </a:p>
      </dsp:txBody>
      <dsp:txXfrm>
        <a:off x="0" y="3406931"/>
        <a:ext cx="2057400" cy="1118231"/>
      </dsp:txXfrm>
    </dsp:sp>
    <dsp:sp modelId="{3D84BD0E-E80B-6A43-A822-AC6B07285F32}">
      <dsp:nvSpPr>
        <dsp:cNvPr id="0" name=""/>
        <dsp:cNvSpPr/>
      </dsp:nvSpPr>
      <dsp:spPr>
        <a:xfrm>
          <a:off x="2057400" y="3406931"/>
          <a:ext cx="6172199" cy="1118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304800" rIns="12520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Prepare for deduplication</a:t>
          </a:r>
        </a:p>
      </dsp:txBody>
      <dsp:txXfrm>
        <a:off x="2057400" y="3406931"/>
        <a:ext cx="6172199" cy="1118231"/>
      </dsp:txXfrm>
    </dsp:sp>
    <dsp:sp modelId="{CAD6CC2F-438C-EC4D-A851-075377452B4C}">
      <dsp:nvSpPr>
        <dsp:cNvPr id="0" name=""/>
        <dsp:cNvSpPr/>
      </dsp:nvSpPr>
      <dsp:spPr>
        <a:xfrm rot="10800000">
          <a:off x="0" y="1703865"/>
          <a:ext cx="2057400" cy="171983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256032" rIns="14632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Create</a:t>
          </a:r>
        </a:p>
      </dsp:txBody>
      <dsp:txXfrm rot="-10800000">
        <a:off x="0" y="1703865"/>
        <a:ext cx="2057400" cy="1117895"/>
      </dsp:txXfrm>
    </dsp:sp>
    <dsp:sp modelId="{6D1E97DD-D192-D44A-B8EA-B6D69471B76A}">
      <dsp:nvSpPr>
        <dsp:cNvPr id="0" name=""/>
        <dsp:cNvSpPr/>
      </dsp:nvSpPr>
      <dsp:spPr>
        <a:xfrm>
          <a:off x="2057400" y="1703865"/>
          <a:ext cx="6172199" cy="1117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304800" rIns="12520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unified dataset</a:t>
          </a:r>
        </a:p>
      </dsp:txBody>
      <dsp:txXfrm>
        <a:off x="2057400" y="1703865"/>
        <a:ext cx="6172199" cy="1117895"/>
      </dsp:txXfrm>
    </dsp:sp>
    <dsp:sp modelId="{DD939ADB-A003-3143-A93E-9541EEDC6A12}">
      <dsp:nvSpPr>
        <dsp:cNvPr id="0" name=""/>
        <dsp:cNvSpPr/>
      </dsp:nvSpPr>
      <dsp:spPr>
        <a:xfrm rot="10800000">
          <a:off x="0" y="799"/>
          <a:ext cx="2057400" cy="171983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256032" rIns="14632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Merge</a:t>
          </a:r>
        </a:p>
      </dsp:txBody>
      <dsp:txXfrm rot="-10800000">
        <a:off x="0" y="799"/>
        <a:ext cx="2057400" cy="1117895"/>
      </dsp:txXfrm>
    </dsp:sp>
    <dsp:sp modelId="{9870AFC9-F8ED-2249-8B98-BABA01E5BF0D}">
      <dsp:nvSpPr>
        <dsp:cNvPr id="0" name=""/>
        <dsp:cNvSpPr/>
      </dsp:nvSpPr>
      <dsp:spPr>
        <a:xfrm>
          <a:off x="2057400" y="799"/>
          <a:ext cx="6172199" cy="1117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304800" rIns="12520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Merge results from multiple databases</a:t>
          </a:r>
        </a:p>
      </dsp:txBody>
      <dsp:txXfrm>
        <a:off x="2057400" y="799"/>
        <a:ext cx="6172199" cy="1117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7C743-C9FB-3C40-A3EA-C5E09471C1F4}" type="datetimeFigureOut">
              <a:rPr lang="en-GB" smtClean="0"/>
              <a:t>06/04/2026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19004-782F-7548-87D9-2AB1B4F36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87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Population:</a:t>
            </a:r>
            <a:r>
              <a:rPr lang="en-GB" dirty="0"/>
              <a:t> Young adults (e.g., 18–25 years)</a:t>
            </a:r>
            <a:r>
              <a:rPr lang="en-GB" b="1" dirty="0"/>
              <a:t>Exposure:</a:t>
            </a:r>
            <a:r>
              <a:rPr lang="en-GB" dirty="0"/>
              <a:t> Digital devices (smartphones, social media, screen time)</a:t>
            </a:r>
            <a:r>
              <a:rPr lang="en-GB" b="1" dirty="0"/>
              <a:t>Outcome:</a:t>
            </a:r>
            <a:r>
              <a:rPr lang="en-GB" dirty="0"/>
              <a:t> Mental health (depression, anxiety, wellbeing)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19004-782F-7548-87D9-2AB1B4F36BC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14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19004-782F-7548-87D9-2AB1B4F36BC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55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3700" y="1030406"/>
            <a:ext cx="8496300" cy="3081242"/>
          </a:xfrm>
        </p:spPr>
        <p:txBody>
          <a:bodyPr anchor="ctr">
            <a:normAutofit/>
          </a:bodyPr>
          <a:lstStyle/>
          <a:p>
            <a:pPr algn="r"/>
            <a:r>
              <a:rPr lang="en-GB" sz="4200" b="1" dirty="0">
                <a:solidFill>
                  <a:srgbClr val="FFFFFF"/>
                </a:solidFill>
              </a:rPr>
              <a:t>Systematic Literature Reviews with R: </a:t>
            </a:r>
            <a:br>
              <a:rPr lang="en-GB" sz="4200" dirty="0">
                <a:solidFill>
                  <a:srgbClr val="FFFFFF"/>
                </a:solidFill>
              </a:rPr>
            </a:br>
            <a:r>
              <a:rPr lang="en-GB" sz="3600" dirty="0">
                <a:solidFill>
                  <a:srgbClr val="FFFFFF"/>
                </a:solidFill>
              </a:rPr>
              <a:t>From Search Results to Evidence Synthesis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05500" y="4530490"/>
            <a:ext cx="2984500" cy="860620"/>
          </a:xfrm>
        </p:spPr>
        <p:txBody>
          <a:bodyPr anchor="ctr">
            <a:norm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Dandian Yang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l"/>
            <a:r>
              <a:rPr lang="en-GB" sz="3500" b="1" dirty="0">
                <a:solidFill>
                  <a:srgbClr val="FFFFFF"/>
                </a:solidFill>
              </a:rPr>
              <a:t>Workshop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3790" y="649480"/>
            <a:ext cx="4184580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Introduction to systematic review workflows</a:t>
            </a:r>
          </a:p>
          <a:p>
            <a:r>
              <a:rPr lang="en-GB" sz="2000" dirty="0"/>
              <a:t>Why use R for evidence synthesis</a:t>
            </a:r>
          </a:p>
          <a:p>
            <a:r>
              <a:rPr lang="en-GB" sz="2000" dirty="0"/>
              <a:t>Key R packages for systematic reviews</a:t>
            </a:r>
          </a:p>
          <a:p>
            <a:r>
              <a:rPr lang="en-GB" sz="2000" dirty="0"/>
              <a:t>Hands‑on demonstrations and exercises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Learning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669D0C-81F9-0E0C-78AF-F278E6CDBE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72690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b="1" dirty="0">
                <a:solidFill>
                  <a:srgbClr val="FFFFFF"/>
                </a:solidFill>
              </a:rPr>
              <a:t>What is a Systematic Review?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DC01658-BAB3-2C47-F5E8-A44E4E316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559530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000" b="1"/>
              <a:t>Typical Systematic Review Workflow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BCB4EB-E9B0-2352-0828-C88180822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836075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8F05-C61B-4E1E-4F10-DF65642D4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246"/>
            <a:ext cx="8229600" cy="1143000"/>
          </a:xfrm>
          <a:solidFill>
            <a:schemeClr val="bg1"/>
          </a:solidFill>
        </p:spPr>
        <p:txBody>
          <a:bodyPr/>
          <a:lstStyle/>
          <a:p>
            <a:r>
              <a:rPr lang="en-GB" b="1" dirty="0"/>
              <a:t>PRISMA 2020 Checklist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13105D-0225-A8F9-873F-4469B0F11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633712"/>
            <a:ext cx="404469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*Title says “systematic review”*</a:t>
            </a:r>
            <a:endParaRPr lang="en-US" altLang="en-US" sz="1800" dirty="0">
              <a:ea typeface="-webkit-standard"/>
            </a:endParaRPr>
          </a:p>
          <a:p>
            <a:pPr defTabSz="914400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≥2 databases searched</a:t>
            </a:r>
            <a:endParaRPr lang="en-US" altLang="en-US" sz="1800" dirty="0">
              <a:ea typeface="-webkit-standard"/>
            </a:endParaRPr>
          </a:p>
          <a:p>
            <a:pPr defTabSz="914400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Full search string reported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/>
            <a:r>
              <a:rPr lang="en-US" altLang="en-US" sz="1800" dirty="0">
                <a:solidFill>
                  <a:srgbClr val="000000"/>
                </a:solidFill>
                <a:ea typeface="-webkit-standard"/>
              </a:rPr>
              <a:t>Inclusion/exclusion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criteria defined</a:t>
            </a:r>
            <a:endParaRPr lang="en-US" altLang="en-US" sz="1800" dirty="0">
              <a:ea typeface="-webkit-standard"/>
            </a:endParaRPr>
          </a:p>
          <a:p>
            <a:pPr defTabSz="914400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Screening process explained</a:t>
            </a:r>
            <a:endParaRPr lang="en-US" altLang="en-US" sz="1800" dirty="0">
              <a:ea typeface="-webkit-standard"/>
            </a:endParaRPr>
          </a:p>
          <a:p>
            <a:pPr defTabSz="914400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Risk of bias assessed</a:t>
            </a:r>
            <a:endParaRPr lang="en-US" altLang="en-US" sz="1800" dirty="0">
              <a:ea typeface="-webkit-standard"/>
            </a:endParaRPr>
          </a:p>
          <a:p>
            <a:pPr defTabSz="914400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Results clearly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summarised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F4C104-72BA-BAFF-DC72-3D8D1302175E}"/>
              </a:ext>
            </a:extLst>
          </p:cNvPr>
          <p:cNvSpPr txBox="1"/>
          <p:nvPr/>
        </p:nvSpPr>
        <p:spPr>
          <a:xfrm>
            <a:off x="4696691" y="176324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PRISMA flow diagram included</a:t>
            </a:r>
            <a:endParaRPr lang="en-US" altLang="en-US" sz="2000" dirty="0">
              <a:ea typeface="-webkit-standard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7C97903-37AC-5A8D-0A77-867AF8627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566" y="2481312"/>
            <a:ext cx="2445455" cy="305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4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087C4E-166C-112D-37E0-0A3A40A6B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The process of the primary search</a:t>
            </a:r>
            <a:br>
              <a:rPr lang="en-GB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C32B43-C79E-0E97-15E9-2615F793C5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125331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49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8B059E-021E-6034-F26D-1FB4F2B1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95527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Define research question</a:t>
            </a:r>
            <a:endParaRPr lang="en-GB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276BA5-072E-C326-6069-F176BDB4E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21089"/>
            <a:ext cx="4038600" cy="3186289"/>
          </a:xfrm>
        </p:spPr>
        <p:txBody>
          <a:bodyPr/>
          <a:lstStyle/>
          <a:p>
            <a:r>
              <a:rPr lang="en-GB" dirty="0"/>
              <a:t>PICO framework </a:t>
            </a:r>
            <a:r>
              <a:rPr lang="en-GB" sz="2000" dirty="0"/>
              <a:t>(</a:t>
            </a:r>
            <a:r>
              <a:rPr lang="en-GB" sz="2000" dirty="0" err="1"/>
              <a:t>Tricco</a:t>
            </a:r>
            <a:r>
              <a:rPr lang="en-GB" sz="2000" dirty="0"/>
              <a:t> et al., 2011). </a:t>
            </a:r>
          </a:p>
          <a:p>
            <a:pPr lvl="1"/>
            <a:r>
              <a:rPr lang="en-GB" b="1" dirty="0"/>
              <a:t>Population</a:t>
            </a:r>
          </a:p>
          <a:p>
            <a:pPr lvl="1"/>
            <a:r>
              <a:rPr lang="en-GB" dirty="0"/>
              <a:t>Intervention/</a:t>
            </a:r>
            <a:r>
              <a:rPr lang="en-GB" i="1" dirty="0"/>
              <a:t>Exposure</a:t>
            </a:r>
          </a:p>
          <a:p>
            <a:pPr lvl="1"/>
            <a:r>
              <a:rPr lang="en-GB" dirty="0"/>
              <a:t>Comparison (Optional)</a:t>
            </a:r>
          </a:p>
          <a:p>
            <a:pPr lvl="1"/>
            <a:r>
              <a:rPr lang="en-GB" u="sng" dirty="0"/>
              <a:t>Outcome</a:t>
            </a:r>
          </a:p>
          <a:p>
            <a:pPr marL="457200" lvl="1" indent="0">
              <a:buNone/>
            </a:pPr>
            <a:r>
              <a:rPr lang="en-GB" dirty="0"/>
              <a:t>Adapted to PEO framework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E807E1-76A6-C868-E204-5387C18FE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2221090"/>
            <a:ext cx="4038600" cy="2892778"/>
          </a:xfrm>
        </p:spPr>
        <p:txBody>
          <a:bodyPr/>
          <a:lstStyle/>
          <a:p>
            <a:r>
              <a:rPr lang="en-GB" dirty="0"/>
              <a:t>RQ: What is the impact of </a:t>
            </a:r>
            <a:r>
              <a:rPr lang="en-GB" i="1" dirty="0"/>
              <a:t>digital device </a:t>
            </a:r>
            <a:r>
              <a:rPr lang="en-GB" dirty="0"/>
              <a:t>use on </a:t>
            </a:r>
            <a:r>
              <a:rPr lang="en-GB" u="sng" dirty="0"/>
              <a:t>mental health</a:t>
            </a:r>
            <a:r>
              <a:rPr lang="en-GB" dirty="0"/>
              <a:t> in </a:t>
            </a:r>
            <a:r>
              <a:rPr lang="en-GB" b="1" dirty="0"/>
              <a:t>young adults</a:t>
            </a:r>
            <a:r>
              <a:rPr lang="en-GB" dirty="0"/>
              <a:t>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8822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C301-32FF-5037-0AEC-FE4B7311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669749"/>
            <a:ext cx="8229600" cy="1143000"/>
          </a:xfrm>
        </p:spPr>
        <p:txBody>
          <a:bodyPr/>
          <a:lstStyle/>
          <a:p>
            <a:r>
              <a:rPr lang="en-GB" b="1" dirty="0"/>
              <a:t>Search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86968-F3D3-435D-F3F8-417F668A8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812748"/>
            <a:ext cx="4038600" cy="4525963"/>
          </a:xfrm>
        </p:spPr>
        <p:txBody>
          <a:bodyPr/>
          <a:lstStyle/>
          <a:p>
            <a:r>
              <a:rPr lang="en-GB" dirty="0"/>
              <a:t>Boolean Search String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68D77-BD65-3E79-30D4-B3E038FB4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812749"/>
            <a:ext cx="4038600" cy="4525963"/>
          </a:xfrm>
        </p:spPr>
        <p:txBody>
          <a:bodyPr/>
          <a:lstStyle/>
          <a:p>
            <a:r>
              <a:rPr lang="en-GB" dirty="0"/>
              <a:t>Field-specific search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42B007-1A0B-AC3B-A585-2584859F8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899" y="2428380"/>
            <a:ext cx="4572000" cy="2001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FEE52C-3132-8683-87DA-A4C776B96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1" y="2428380"/>
            <a:ext cx="5052035" cy="22113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6CB087-7766-A769-F674-F8ED48172164}"/>
              </a:ext>
            </a:extLst>
          </p:cNvPr>
          <p:cNvSpPr txBox="1"/>
          <p:nvPr/>
        </p:nvSpPr>
        <p:spPr>
          <a:xfrm>
            <a:off x="381001" y="4787541"/>
            <a:ext cx="857108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("digital device*" OR smartphone* OR "mobile phone*" OR "screen time" OR "social media" OR "internet use" OR "digital </a:t>
            </a:r>
            <a:r>
              <a:rPr lang="en-GB" sz="1400" dirty="0" err="1"/>
              <a:t>technolog</a:t>
            </a:r>
            <a:r>
              <a:rPr lang="en-GB" sz="1400" dirty="0"/>
              <a:t>*" OR "online activity")</a:t>
            </a:r>
          </a:p>
          <a:p>
            <a:r>
              <a:rPr lang="en-GB" sz="1400" dirty="0"/>
              <a:t>AND</a:t>
            </a:r>
          </a:p>
          <a:p>
            <a:r>
              <a:rPr lang="en-GB" sz="1400" dirty="0"/>
              <a:t>("mental health" OR wellbeing OR "well-being" OR depression OR anxiety OR stress OR "psychological distress" OR "mental disorder*")</a:t>
            </a:r>
          </a:p>
          <a:p>
            <a:r>
              <a:rPr lang="en-GB" sz="1400" dirty="0"/>
              <a:t>AND</a:t>
            </a:r>
          </a:p>
          <a:p>
            <a:r>
              <a:rPr lang="en-GB" sz="1400" dirty="0"/>
              <a:t>("young adult*" OR youth OR "college student*" OR "university student*" OR adolescent*)</a:t>
            </a:r>
          </a:p>
        </p:txBody>
      </p:sp>
    </p:spTree>
    <p:extLst>
      <p:ext uri="{BB962C8B-B14F-4D97-AF65-F5344CB8AC3E}">
        <p14:creationId xmlns:p14="http://schemas.microsoft.com/office/powerpoint/2010/main" val="230584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7459-36AE-6592-C137-A1C60B932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430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/>
              <a:t>Literature Search</a:t>
            </a:r>
            <a:br>
              <a:rPr lang="en-GB" dirty="0"/>
            </a:br>
            <a:r>
              <a:rPr lang="en-GB" sz="2200" dirty="0"/>
              <a:t>In a standard systematic review, we need to search not only titles but also abstracts and keywords .</a:t>
            </a:r>
            <a:br>
              <a:rPr lang="en-GB" sz="2200" dirty="0"/>
            </a:br>
            <a:endParaRPr lang="en-GB" sz="2200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1366E81-0C73-597B-A65B-3CE14A0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03513"/>
            <a:ext cx="4040188" cy="639762"/>
          </a:xfrm>
        </p:spPr>
        <p:txBody>
          <a:bodyPr>
            <a:normAutofit/>
          </a:bodyPr>
          <a:lstStyle/>
          <a:p>
            <a:r>
              <a:rPr lang="en-GB" dirty="0"/>
              <a:t>Titles Only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27EEBA90-6E58-FD27-5C80-F7AA50F5D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3343275"/>
            <a:ext cx="4040188" cy="2219325"/>
          </a:xfrm>
        </p:spPr>
        <p:txBody>
          <a:bodyPr/>
          <a:lstStyle/>
          <a:p>
            <a:r>
              <a:rPr lang="en-GB" dirty="0"/>
              <a:t>Miss many relevant studies</a:t>
            </a:r>
          </a:p>
          <a:p>
            <a:r>
              <a:rPr lang="en-GB" dirty="0"/>
              <a:t>Bias your results toward narrowly titled papers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A6CBB3D-C853-9976-131D-8D2FD0841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2703513"/>
            <a:ext cx="4041775" cy="639762"/>
          </a:xfrm>
        </p:spPr>
        <p:txBody>
          <a:bodyPr>
            <a:normAutofit/>
          </a:bodyPr>
          <a:lstStyle/>
          <a:p>
            <a:r>
              <a:rPr lang="en-GB" dirty="0" err="1"/>
              <a:t>Title+Abstract+Keywords</a:t>
            </a:r>
            <a:endParaRPr lang="en-GB" dirty="0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BE0C1074-BFE1-2DD9-8C1B-067F54F24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3343275"/>
            <a:ext cx="4041775" cy="2219325"/>
          </a:xfrm>
        </p:spPr>
        <p:txBody>
          <a:bodyPr/>
          <a:lstStyle/>
          <a:p>
            <a:r>
              <a:rPr lang="en-GB" dirty="0"/>
              <a:t>Increase sensitivity and finds more studies</a:t>
            </a:r>
          </a:p>
          <a:p>
            <a:r>
              <a:rPr lang="en-GB" dirty="0"/>
              <a:t>Improve completeness of literature</a:t>
            </a:r>
          </a:p>
          <a:p>
            <a:r>
              <a:rPr lang="en-GB" dirty="0"/>
              <a:t>PRISMA-quality reviews</a:t>
            </a:r>
          </a:p>
        </p:txBody>
      </p:sp>
    </p:spTree>
    <p:extLst>
      <p:ext uri="{BB962C8B-B14F-4D97-AF65-F5344CB8AC3E}">
        <p14:creationId xmlns:p14="http://schemas.microsoft.com/office/powerpoint/2010/main" val="2040397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FB9C9A4-A58C-29DB-7272-CC3FBEE46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527"/>
            <a:ext cx="8229600" cy="1143000"/>
          </a:xfrm>
        </p:spPr>
        <p:txBody>
          <a:bodyPr/>
          <a:lstStyle/>
          <a:p>
            <a:r>
              <a:rPr lang="en-GB" b="1" dirty="0"/>
              <a:t>Apply in Major Database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2E71A05-56F0-AF95-F967-2759A2878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091" y="1724858"/>
            <a:ext cx="7827818" cy="3951288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Scopus:TITLE-ABS-KEY</a:t>
            </a:r>
            <a:r>
              <a:rPr lang="en-GB" dirty="0"/>
              <a:t>()</a:t>
            </a:r>
          </a:p>
          <a:p>
            <a:r>
              <a:rPr lang="en-GB" dirty="0"/>
              <a:t>Web of </a:t>
            </a:r>
            <a:r>
              <a:rPr lang="en-GB" dirty="0" err="1"/>
              <a:t>Science:TS</a:t>
            </a:r>
            <a:r>
              <a:rPr lang="en-GB" dirty="0"/>
              <a:t>=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Google Scholar: searches full text automatically, which makes the result broader but less precise. (Can use )</a:t>
            </a:r>
          </a:p>
          <a:p>
            <a:endParaRPr lang="en-GB" dirty="0"/>
          </a:p>
          <a:p>
            <a:r>
              <a:rPr lang="en-GB" dirty="0"/>
              <a:t>After apply search with </a:t>
            </a:r>
            <a:r>
              <a:rPr lang="en-GB" dirty="0" err="1"/>
              <a:t>Title+Abstract+Keyword</a:t>
            </a:r>
            <a:r>
              <a:rPr lang="en-GB" dirty="0"/>
              <a:t> search, then refine with filters (year/ subject area/languages)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To download metadata(Scopus), use Google Chrome</a:t>
            </a:r>
          </a:p>
        </p:txBody>
      </p:sp>
    </p:spTree>
    <p:extLst>
      <p:ext uri="{BB962C8B-B14F-4D97-AF65-F5344CB8AC3E}">
        <p14:creationId xmlns:p14="http://schemas.microsoft.com/office/powerpoint/2010/main" val="2836465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357" y="681038"/>
            <a:ext cx="4045020" cy="1325563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3400" b="1" dirty="0"/>
              <a:t>Why Use R for Systematic Reviews?</a:t>
            </a:r>
          </a:p>
        </p:txBody>
      </p:sp>
      <p:sp>
        <p:nvSpPr>
          <p:cNvPr id="49" name="Freeform: Shape 18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Content Placeholder 2"/>
          <p:cNvSpPr>
            <a:spLocks noGrp="1"/>
          </p:cNvSpPr>
          <p:nvPr>
            <p:ph idx="1"/>
          </p:nvPr>
        </p:nvSpPr>
        <p:spPr>
          <a:xfrm>
            <a:off x="628650" y="2362199"/>
            <a:ext cx="4045020" cy="38147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Open source and widely used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Reproducible workflows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Automation of repetitive tasks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Advanced statistical analysis and visualisation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791C486-1FE9-7A31-98C3-7729B7BD4F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15388" y="1689117"/>
            <a:ext cx="2835788" cy="283578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Where R Fits in the Workflow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741546D-BDFD-E966-817D-F38A46357E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824977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GB" sz="3500" b="1" dirty="0"/>
              <a:t>Key R Packages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B2C22A2-9034-CCAE-CA3E-3884744F6C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76093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l"/>
            <a:r>
              <a:rPr lang="en-GB" sz="3200" b="1" dirty="0">
                <a:solidFill>
                  <a:srgbClr val="FFFFFF"/>
                </a:solidFill>
              </a:rPr>
              <a:t>Importing Bibliographic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425" y="1771246"/>
            <a:ext cx="4916510" cy="3295227"/>
          </a:xfrm>
        </p:spPr>
        <p:txBody>
          <a:bodyPr anchor="ctr">
            <a:normAutofit/>
          </a:bodyPr>
          <a:lstStyle/>
          <a:p>
            <a:r>
              <a:rPr lang="en-GB" sz="2400" dirty="0"/>
              <a:t>Export search results from databases</a:t>
            </a:r>
          </a:p>
          <a:p>
            <a:r>
              <a:rPr lang="en-GB" sz="2400" dirty="0"/>
              <a:t>Common formats: RIS, </a:t>
            </a:r>
            <a:r>
              <a:rPr lang="en-GB" sz="2400" dirty="0" err="1"/>
              <a:t>BibTeX</a:t>
            </a:r>
            <a:r>
              <a:rPr lang="en-GB" sz="2400" dirty="0"/>
              <a:t>, CSV</a:t>
            </a:r>
          </a:p>
          <a:p>
            <a:r>
              <a:rPr lang="en-GB" sz="2400" dirty="0"/>
              <a:t>Load files into R</a:t>
            </a:r>
          </a:p>
          <a:p>
            <a:r>
              <a:rPr lang="en-GB" sz="2400" dirty="0"/>
              <a:t>Inspect imported records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b="1">
                <a:solidFill>
                  <a:srgbClr val="FFFFFF"/>
                </a:solidFill>
              </a:rPr>
              <a:t>Example Databases</a:t>
            </a:r>
            <a:endParaRPr lang="en-GB" sz="3500" b="1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7890A5-3500-FEFF-7917-A832C00A6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2204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pPr algn="l"/>
            <a:r>
              <a:rPr lang="en-GB" sz="3500" b="1" dirty="0"/>
              <a:t>Reading Bibliographic Files in 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4ED1A0D-A074-9828-8724-E352955DB3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879700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Combining Search Results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7E110CD-42B4-EB32-24AE-8D37B8AF8A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79484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61998"/>
            <a:ext cx="4000500" cy="1708246"/>
          </a:xfrm>
        </p:spPr>
        <p:txBody>
          <a:bodyPr anchor="ctr">
            <a:normAutofit/>
          </a:bodyPr>
          <a:lstStyle/>
          <a:p>
            <a:pPr algn="l"/>
            <a:r>
              <a:rPr lang="en-GB" sz="3500" b="1" dirty="0"/>
              <a:t>Understanding Duplicate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5" y="2609945"/>
            <a:ext cx="4000505" cy="2647855"/>
          </a:xfrm>
        </p:spPr>
        <p:txBody>
          <a:bodyPr anchor="ctr">
            <a:normAutofit/>
          </a:bodyPr>
          <a:lstStyle/>
          <a:p>
            <a:r>
              <a:rPr lang="en-GB" sz="2400" dirty="0"/>
              <a:t>Multiple databases index same studies</a:t>
            </a:r>
          </a:p>
          <a:p>
            <a:r>
              <a:rPr lang="en-GB" sz="2400" dirty="0"/>
              <a:t>Duplicate titles and authors</a:t>
            </a:r>
          </a:p>
          <a:p>
            <a:r>
              <a:rPr lang="en-GB" sz="2400" dirty="0"/>
              <a:t>Duplicate DOIs</a:t>
            </a:r>
          </a:p>
          <a:p>
            <a:r>
              <a:rPr lang="en-GB" sz="2400" dirty="0"/>
              <a:t>Important to remove before screening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6350" y="-1"/>
            <a:ext cx="405765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D66BF0B9-8364-3B81-EA6F-FDDDBAD26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5908" y="2018461"/>
            <a:ext cx="2818534" cy="28185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61998"/>
            <a:ext cx="4000500" cy="1708246"/>
          </a:xfrm>
        </p:spPr>
        <p:txBody>
          <a:bodyPr anchor="ctr">
            <a:normAutofit/>
          </a:bodyPr>
          <a:lstStyle/>
          <a:p>
            <a:pPr algn="l"/>
            <a:r>
              <a:rPr lang="en-GB" sz="3500" b="1" dirty="0"/>
              <a:t>Deduplication with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5" y="2571845"/>
            <a:ext cx="4241805" cy="2558955"/>
          </a:xfrm>
        </p:spPr>
        <p:txBody>
          <a:bodyPr anchor="ctr">
            <a:normAutofit/>
          </a:bodyPr>
          <a:lstStyle/>
          <a:p>
            <a:r>
              <a:rPr lang="en-GB" sz="2400" dirty="0"/>
              <a:t>Automated duplicate detection</a:t>
            </a:r>
          </a:p>
          <a:p>
            <a:r>
              <a:rPr lang="en-GB" sz="2400" dirty="0"/>
              <a:t>Manual verification</a:t>
            </a:r>
          </a:p>
          <a:p>
            <a:r>
              <a:rPr lang="en-GB" sz="2400" dirty="0"/>
              <a:t>Saving cleaned dataset</a:t>
            </a:r>
          </a:p>
          <a:p>
            <a:r>
              <a:rPr lang="en-GB" sz="2400" dirty="0"/>
              <a:t>Ensuring transparent workflow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6350" y="-1"/>
            <a:ext cx="405765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Copy">
            <a:extLst>
              <a:ext uri="{FF2B5EF4-FFF2-40B4-BE49-F238E27FC236}">
                <a16:creationId xmlns:a16="http://schemas.microsoft.com/office/drawing/2014/main" id="{8263E132-62FC-0032-9088-12FCAB52C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5908" y="2018461"/>
            <a:ext cx="2818534" cy="281853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Questions &amp; Discussion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B7CB339-8D22-3947-A1A7-DC78194D8A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2428727"/>
            <a:ext cx="739775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buNone/>
            </a:pPr>
            <a:r>
              <a:rPr lang="en-GB" sz="1600" dirty="0" err="1"/>
              <a:t>Tricco</a:t>
            </a:r>
            <a:r>
              <a:rPr lang="en-GB" sz="1600" dirty="0"/>
              <a:t> AC, Straus SE, Moher D. </a:t>
            </a:r>
            <a:r>
              <a:rPr lang="en-GB" sz="1600" i="1" dirty="0"/>
              <a:t>How can we improve the interpretation of systematic reviews?</a:t>
            </a:r>
            <a:r>
              <a:rPr lang="en-GB" sz="1600" dirty="0"/>
              <a:t> BMC Med. 2011 Mar 30;9:31. </a:t>
            </a:r>
            <a:r>
              <a:rPr lang="en-GB" sz="1600" dirty="0" err="1"/>
              <a:t>doi</a:t>
            </a:r>
            <a:r>
              <a:rPr lang="en-GB" sz="1600" dirty="0"/>
              <a:t>: 10.1186/1741-7015-9-31. </a:t>
            </a:r>
            <a:endParaRPr lang="en-US" altLang="en-US" sz="1600" dirty="0">
              <a:solidFill>
                <a:srgbClr val="000000"/>
              </a:solidFill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19027</TotalTime>
  <Words>686</Words>
  <Application>Microsoft Macintosh PowerPoint</Application>
  <PresentationFormat>On-screen Show (4:3)</PresentationFormat>
  <Paragraphs>133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-webkit-standard</vt:lpstr>
      <vt:lpstr>Aptos</vt:lpstr>
      <vt:lpstr>Arial</vt:lpstr>
      <vt:lpstr>Calibri</vt:lpstr>
      <vt:lpstr>Office Theme</vt:lpstr>
      <vt:lpstr>Systematic Literature Reviews with R:  From Search Results to Evidence Synthesis </vt:lpstr>
      <vt:lpstr>Workshop Overview</vt:lpstr>
      <vt:lpstr>Learning Objectives</vt:lpstr>
      <vt:lpstr>What is a Systematic Review?</vt:lpstr>
      <vt:lpstr>Typical Systematic Review Workflow</vt:lpstr>
      <vt:lpstr>PRISMA 2020 Checklist</vt:lpstr>
      <vt:lpstr>The process of the primary search </vt:lpstr>
      <vt:lpstr>Define research question</vt:lpstr>
      <vt:lpstr>Search Strategy</vt:lpstr>
      <vt:lpstr>Literature Search In a standard systematic review, we need to search not only titles but also abstracts and keywords . </vt:lpstr>
      <vt:lpstr>Apply in Major Database</vt:lpstr>
      <vt:lpstr>Why Use R for Systematic Reviews?</vt:lpstr>
      <vt:lpstr>Where R Fits in the Workflow</vt:lpstr>
      <vt:lpstr>Key R Packages</vt:lpstr>
      <vt:lpstr>Importing Bibliographic Data</vt:lpstr>
      <vt:lpstr>Example Databases</vt:lpstr>
      <vt:lpstr>Reading Bibliographic Files in R</vt:lpstr>
      <vt:lpstr>Combining Search Results</vt:lpstr>
      <vt:lpstr>Understanding Duplicate Records</vt:lpstr>
      <vt:lpstr>Deduplication with R</vt:lpstr>
      <vt:lpstr>Questions &amp;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Dandian Yang</cp:lastModifiedBy>
  <cp:revision>5</cp:revision>
  <dcterms:created xsi:type="dcterms:W3CDTF">2013-01-27T09:14:16Z</dcterms:created>
  <dcterms:modified xsi:type="dcterms:W3CDTF">2026-04-06T03:17:03Z</dcterms:modified>
  <cp:category/>
</cp:coreProperties>
</file>