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75" r:id="rId4"/>
    <p:sldId id="309" r:id="rId5"/>
    <p:sldId id="276" r:id="rId6"/>
    <p:sldId id="277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91" r:id="rId18"/>
    <p:sldId id="293" r:id="rId19"/>
    <p:sldId id="295" r:id="rId20"/>
    <p:sldId id="296" r:id="rId21"/>
    <p:sldId id="300" r:id="rId22"/>
    <p:sldId id="30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68"/>
    <p:restoredTop sz="94595"/>
  </p:normalViewPr>
  <p:slideViewPr>
    <p:cSldViewPr snapToGrid="0" snapToObjects="1">
      <p:cViewPr varScale="1">
        <p:scale>
          <a:sx n="82" d="100"/>
          <a:sy n="82" d="100"/>
        </p:scale>
        <p:origin x="176" y="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1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image" Target="../media/image3.svg"/><Relationship Id="rId4" Type="http://schemas.openxmlformats.org/officeDocument/2006/relationships/image" Target="../media/image1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image" Target="../media/image12.svg"/><Relationship Id="rId4" Type="http://schemas.openxmlformats.org/officeDocument/2006/relationships/image" Target="../media/image1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4" Type="http://schemas.openxmlformats.org/officeDocument/2006/relationships/image" Target="../media/image28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4" Type="http://schemas.openxmlformats.org/officeDocument/2006/relationships/image" Target="../media/image35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1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image" Target="../media/image3.svg"/><Relationship Id="rId4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image" Target="../media/image12.svg"/><Relationship Id="rId4" Type="http://schemas.openxmlformats.org/officeDocument/2006/relationships/image" Target="../media/image1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Relationship Id="rId4" Type="http://schemas.openxmlformats.org/officeDocument/2006/relationships/image" Target="../media/image16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4" Type="http://schemas.openxmlformats.org/officeDocument/2006/relationships/image" Target="../media/image24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4" Type="http://schemas.openxmlformats.org/officeDocument/2006/relationships/image" Target="../media/image28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4" Type="http://schemas.openxmlformats.org/officeDocument/2006/relationships/image" Target="../media/image35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7.svg"/><Relationship Id="rId1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A86C42-7D2A-4AEA-A6F4-4FF9077E43A6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E08E6AC-27ED-4006-8EBF-C5682963B825}">
      <dgm:prSet custT="1"/>
      <dgm:spPr/>
      <dgm:t>
        <a:bodyPr/>
        <a:lstStyle/>
        <a:p>
          <a:r>
            <a:rPr lang="en-US" sz="2000" dirty="0"/>
            <a:t> Include and Exclude</a:t>
          </a:r>
        </a:p>
      </dgm:t>
    </dgm:pt>
    <dgm:pt modelId="{4A58E84B-15D0-4875-B4E7-9BC3D4AD8DA9}" type="parTrans" cxnId="{CEB2656D-FD1A-4B28-95E7-CB626D1446DF}">
      <dgm:prSet/>
      <dgm:spPr/>
      <dgm:t>
        <a:bodyPr/>
        <a:lstStyle/>
        <a:p>
          <a:endParaRPr lang="en-US"/>
        </a:p>
      </dgm:t>
    </dgm:pt>
    <dgm:pt modelId="{57DB6850-B9F2-496F-9643-9D6992DC7F76}" type="sibTrans" cxnId="{CEB2656D-FD1A-4B28-95E7-CB626D1446DF}">
      <dgm:prSet/>
      <dgm:spPr/>
      <dgm:t>
        <a:bodyPr/>
        <a:lstStyle/>
        <a:p>
          <a:endParaRPr lang="en-US"/>
        </a:p>
      </dgm:t>
    </dgm:pt>
    <dgm:pt modelId="{FA878096-5494-428A-BC5F-E5E600EF00F6}">
      <dgm:prSet custT="1"/>
      <dgm:spPr/>
      <dgm:t>
        <a:bodyPr/>
        <a:lstStyle/>
        <a:p>
          <a:r>
            <a:rPr lang="en-US" sz="2000"/>
            <a:t>Conduct</a:t>
          </a:r>
        </a:p>
      </dgm:t>
    </dgm:pt>
    <dgm:pt modelId="{DA0E6393-E834-43A7-BA00-C62F50D4846A}" type="parTrans" cxnId="{7AC012C3-E7F1-44E0-AAE1-CBD5B4F0436C}">
      <dgm:prSet/>
      <dgm:spPr/>
      <dgm:t>
        <a:bodyPr/>
        <a:lstStyle/>
        <a:p>
          <a:endParaRPr lang="en-US"/>
        </a:p>
      </dgm:t>
    </dgm:pt>
    <dgm:pt modelId="{979D60F8-041E-44F4-98CE-7517C1BF7C35}" type="sibTrans" cxnId="{7AC012C3-E7F1-44E0-AAE1-CBD5B4F0436C}">
      <dgm:prSet/>
      <dgm:spPr/>
      <dgm:t>
        <a:bodyPr/>
        <a:lstStyle/>
        <a:p>
          <a:endParaRPr lang="en-US"/>
        </a:p>
      </dgm:t>
    </dgm:pt>
    <dgm:pt modelId="{115CE10E-6C0F-4125-B07A-42D3C3C14914}">
      <dgm:prSet custT="1"/>
      <dgm:spPr/>
      <dgm:t>
        <a:bodyPr/>
        <a:lstStyle/>
        <a:p>
          <a:r>
            <a:rPr lang="en-US" sz="2000"/>
            <a:t>Conduct basic meta‑analysis</a:t>
          </a:r>
        </a:p>
      </dgm:t>
    </dgm:pt>
    <dgm:pt modelId="{3655E8CA-EE59-44CC-AD15-1C5238E8B605}" type="parTrans" cxnId="{3089065E-8EF7-4C55-9296-62586A083DD5}">
      <dgm:prSet/>
      <dgm:spPr/>
      <dgm:t>
        <a:bodyPr/>
        <a:lstStyle/>
        <a:p>
          <a:endParaRPr lang="en-US"/>
        </a:p>
      </dgm:t>
    </dgm:pt>
    <dgm:pt modelId="{D427223A-BC44-4FF1-8523-2A76A86E80DE}" type="sibTrans" cxnId="{3089065E-8EF7-4C55-9296-62586A083DD5}">
      <dgm:prSet/>
      <dgm:spPr/>
      <dgm:t>
        <a:bodyPr/>
        <a:lstStyle/>
        <a:p>
          <a:endParaRPr lang="en-US"/>
        </a:p>
      </dgm:t>
    </dgm:pt>
    <dgm:pt modelId="{CFAF3500-C1D5-498C-8FD5-C53E93C868AF}">
      <dgm:prSet custT="1"/>
      <dgm:spPr/>
      <dgm:t>
        <a:bodyPr/>
        <a:lstStyle/>
        <a:p>
          <a:r>
            <a:rPr lang="en-US" sz="2000" dirty="0" err="1"/>
            <a:t>Visualise</a:t>
          </a:r>
          <a:r>
            <a:rPr lang="en-US" sz="2000" dirty="0"/>
            <a:t> and report</a:t>
          </a:r>
        </a:p>
      </dgm:t>
    </dgm:pt>
    <dgm:pt modelId="{A357A934-ACE2-4423-A667-9D4B0CE184C5}" type="parTrans" cxnId="{B1AFA811-BA1E-4D21-9764-EA6EB333325A}">
      <dgm:prSet/>
      <dgm:spPr/>
      <dgm:t>
        <a:bodyPr/>
        <a:lstStyle/>
        <a:p>
          <a:endParaRPr lang="en-US"/>
        </a:p>
      </dgm:t>
    </dgm:pt>
    <dgm:pt modelId="{169E851B-73B6-4015-B5EF-FCC7F1AF5AB6}" type="sibTrans" cxnId="{B1AFA811-BA1E-4D21-9764-EA6EB333325A}">
      <dgm:prSet/>
      <dgm:spPr/>
      <dgm:t>
        <a:bodyPr/>
        <a:lstStyle/>
        <a:p>
          <a:endParaRPr lang="en-US"/>
        </a:p>
      </dgm:t>
    </dgm:pt>
    <dgm:pt modelId="{5A92672D-2857-4CCA-9A7E-C1CFB91F653B}">
      <dgm:prSet custT="1"/>
      <dgm:spPr/>
      <dgm:t>
        <a:bodyPr/>
        <a:lstStyle/>
        <a:p>
          <a:r>
            <a:rPr lang="en-US" sz="2000" dirty="0" err="1"/>
            <a:t>Visualise</a:t>
          </a:r>
          <a:r>
            <a:rPr lang="en-US" sz="2000" dirty="0"/>
            <a:t> and report results reproducibly</a:t>
          </a:r>
        </a:p>
      </dgm:t>
    </dgm:pt>
    <dgm:pt modelId="{E82B589B-136A-4FFA-8BDD-DFA7F0C15E66}" type="parTrans" cxnId="{CE025FFE-3F3A-4B30-8DCF-589A48C43148}">
      <dgm:prSet/>
      <dgm:spPr/>
      <dgm:t>
        <a:bodyPr/>
        <a:lstStyle/>
        <a:p>
          <a:endParaRPr lang="en-US"/>
        </a:p>
      </dgm:t>
    </dgm:pt>
    <dgm:pt modelId="{B39613D9-27FD-4879-93C7-DE2669A491AA}" type="sibTrans" cxnId="{CE025FFE-3F3A-4B30-8DCF-589A48C43148}">
      <dgm:prSet/>
      <dgm:spPr/>
      <dgm:t>
        <a:bodyPr/>
        <a:lstStyle/>
        <a:p>
          <a:endParaRPr lang="en-US"/>
        </a:p>
      </dgm:t>
    </dgm:pt>
    <dgm:pt modelId="{0658FA70-27F0-0D42-8ACD-F4CE1ADAC92F}">
      <dgm:prSet/>
      <dgm:spPr/>
      <dgm:t>
        <a:bodyPr/>
        <a:lstStyle/>
        <a:p>
          <a:r>
            <a:rPr lang="en-GB" dirty="0"/>
            <a:t>Screening Studies</a:t>
          </a:r>
        </a:p>
      </dgm:t>
    </dgm:pt>
    <dgm:pt modelId="{AAC240A6-65F6-E04D-AB6D-DBD7E7243541}" type="parTrans" cxnId="{B380C959-51B7-C046-A5EA-2ACDA2302823}">
      <dgm:prSet/>
      <dgm:spPr/>
      <dgm:t>
        <a:bodyPr/>
        <a:lstStyle/>
        <a:p>
          <a:endParaRPr lang="en-GB"/>
        </a:p>
      </dgm:t>
    </dgm:pt>
    <dgm:pt modelId="{A6AC70F6-4B77-0E44-96FE-5C16A25CC07D}" type="sibTrans" cxnId="{B380C959-51B7-C046-A5EA-2ACDA2302823}">
      <dgm:prSet/>
      <dgm:spPr/>
      <dgm:t>
        <a:bodyPr/>
        <a:lstStyle/>
        <a:p>
          <a:endParaRPr lang="en-GB"/>
        </a:p>
      </dgm:t>
    </dgm:pt>
    <dgm:pt modelId="{F664E859-F63B-C646-A5FB-699B701A8A14}" type="pres">
      <dgm:prSet presAssocID="{CFA86C42-7D2A-4AEA-A6F4-4FF9077E43A6}" presName="Name0" presStyleCnt="0">
        <dgm:presLayoutVars>
          <dgm:dir/>
          <dgm:animLvl val="lvl"/>
          <dgm:resizeHandles val="exact"/>
        </dgm:presLayoutVars>
      </dgm:prSet>
      <dgm:spPr/>
    </dgm:pt>
    <dgm:pt modelId="{63C5E720-7C17-7647-BF9F-720A8EFEC9AF}" type="pres">
      <dgm:prSet presAssocID="{CFAF3500-C1D5-498C-8FD5-C53E93C868AF}" presName="boxAndChildren" presStyleCnt="0"/>
      <dgm:spPr/>
    </dgm:pt>
    <dgm:pt modelId="{FF8656AC-F76B-0948-9A32-CC0CA3715513}" type="pres">
      <dgm:prSet presAssocID="{CFAF3500-C1D5-498C-8FD5-C53E93C868AF}" presName="parentTextBox" presStyleLbl="alignNode1" presStyleIdx="0" presStyleCnt="3"/>
      <dgm:spPr/>
    </dgm:pt>
    <dgm:pt modelId="{56ACB224-CCD2-7D47-ACA9-AA648933E8CA}" type="pres">
      <dgm:prSet presAssocID="{CFAF3500-C1D5-498C-8FD5-C53E93C868AF}" presName="descendantBox" presStyleLbl="bgAccFollowNode1" presStyleIdx="0" presStyleCnt="3"/>
      <dgm:spPr/>
    </dgm:pt>
    <dgm:pt modelId="{A2AFE223-F851-BB42-8E40-2B72CB2F1899}" type="pres">
      <dgm:prSet presAssocID="{979D60F8-041E-44F4-98CE-7517C1BF7C35}" presName="sp" presStyleCnt="0"/>
      <dgm:spPr/>
    </dgm:pt>
    <dgm:pt modelId="{8EDBFDFF-4FD9-4D48-899B-F42E96681D03}" type="pres">
      <dgm:prSet presAssocID="{FA878096-5494-428A-BC5F-E5E600EF00F6}" presName="arrowAndChildren" presStyleCnt="0"/>
      <dgm:spPr/>
    </dgm:pt>
    <dgm:pt modelId="{05B46FB8-7FB2-C248-9090-4ECE3E3018C5}" type="pres">
      <dgm:prSet presAssocID="{FA878096-5494-428A-BC5F-E5E600EF00F6}" presName="parentTextArrow" presStyleLbl="node1" presStyleIdx="0" presStyleCnt="0"/>
      <dgm:spPr/>
    </dgm:pt>
    <dgm:pt modelId="{B7E74D1C-6AD0-924A-942C-D00F396DD058}" type="pres">
      <dgm:prSet presAssocID="{FA878096-5494-428A-BC5F-E5E600EF00F6}" presName="arrow" presStyleLbl="alignNode1" presStyleIdx="1" presStyleCnt="3"/>
      <dgm:spPr/>
    </dgm:pt>
    <dgm:pt modelId="{E0B9DF28-9C31-F144-B98C-2A2449F68FB2}" type="pres">
      <dgm:prSet presAssocID="{FA878096-5494-428A-BC5F-E5E600EF00F6}" presName="descendantArrow" presStyleLbl="bgAccFollowNode1" presStyleIdx="1" presStyleCnt="3"/>
      <dgm:spPr/>
    </dgm:pt>
    <dgm:pt modelId="{C5EDA43A-3909-424F-9CFD-2AE542A604F6}" type="pres">
      <dgm:prSet presAssocID="{A6AC70F6-4B77-0E44-96FE-5C16A25CC07D}" presName="sp" presStyleCnt="0"/>
      <dgm:spPr/>
    </dgm:pt>
    <dgm:pt modelId="{EEC1C060-C24A-5245-97E1-C00CB408B6D8}" type="pres">
      <dgm:prSet presAssocID="{0658FA70-27F0-0D42-8ACD-F4CE1ADAC92F}" presName="arrowAndChildren" presStyleCnt="0"/>
      <dgm:spPr/>
    </dgm:pt>
    <dgm:pt modelId="{5011F933-75FE-214B-B58F-EA423AE056D8}" type="pres">
      <dgm:prSet presAssocID="{0658FA70-27F0-0D42-8ACD-F4CE1ADAC92F}" presName="parentTextArrow" presStyleLbl="node1" presStyleIdx="0" presStyleCnt="0"/>
      <dgm:spPr/>
    </dgm:pt>
    <dgm:pt modelId="{15D10A67-F965-2E40-9C55-8A7C01120619}" type="pres">
      <dgm:prSet presAssocID="{0658FA70-27F0-0D42-8ACD-F4CE1ADAC92F}" presName="arrow" presStyleLbl="alignNode1" presStyleIdx="2" presStyleCnt="3"/>
      <dgm:spPr/>
    </dgm:pt>
    <dgm:pt modelId="{AB512A34-0154-7E47-B5CC-D1BD5B46B6D8}" type="pres">
      <dgm:prSet presAssocID="{0658FA70-27F0-0D42-8ACD-F4CE1ADAC92F}" presName="descendantArrow" presStyleLbl="bgAccFollowNode1" presStyleIdx="2" presStyleCnt="3"/>
      <dgm:spPr/>
    </dgm:pt>
  </dgm:ptLst>
  <dgm:cxnLst>
    <dgm:cxn modelId="{B1AFA811-BA1E-4D21-9764-EA6EB333325A}" srcId="{CFA86C42-7D2A-4AEA-A6F4-4FF9077E43A6}" destId="{CFAF3500-C1D5-498C-8FD5-C53E93C868AF}" srcOrd="2" destOrd="0" parTransId="{A357A934-ACE2-4423-A667-9D4B0CE184C5}" sibTransId="{169E851B-73B6-4015-B5EF-FCC7F1AF5AB6}"/>
    <dgm:cxn modelId="{9BB27030-5921-C840-A73D-30A5C60718DF}" type="presOf" srcId="{0658FA70-27F0-0D42-8ACD-F4CE1ADAC92F}" destId="{5011F933-75FE-214B-B58F-EA423AE056D8}" srcOrd="0" destOrd="0" presId="urn:microsoft.com/office/officeart/2016/7/layout/VerticalDownArrowProcess"/>
    <dgm:cxn modelId="{BE19EE39-EF6B-864E-BD0D-648313D64D84}" type="presOf" srcId="{CFA86C42-7D2A-4AEA-A6F4-4FF9077E43A6}" destId="{F664E859-F63B-C646-A5FB-699B701A8A14}" srcOrd="0" destOrd="0" presId="urn:microsoft.com/office/officeart/2016/7/layout/VerticalDownArrowProcess"/>
    <dgm:cxn modelId="{B380C959-51B7-C046-A5EA-2ACDA2302823}" srcId="{CFA86C42-7D2A-4AEA-A6F4-4FF9077E43A6}" destId="{0658FA70-27F0-0D42-8ACD-F4CE1ADAC92F}" srcOrd="0" destOrd="0" parTransId="{AAC240A6-65F6-E04D-AB6D-DBD7E7243541}" sibTransId="{A6AC70F6-4B77-0E44-96FE-5C16A25CC07D}"/>
    <dgm:cxn modelId="{B0DBEA5A-94A6-6A48-98AD-22C4A86CF626}" type="presOf" srcId="{0658FA70-27F0-0D42-8ACD-F4CE1ADAC92F}" destId="{15D10A67-F965-2E40-9C55-8A7C01120619}" srcOrd="1" destOrd="0" presId="urn:microsoft.com/office/officeart/2016/7/layout/VerticalDownArrowProcess"/>
    <dgm:cxn modelId="{B972E05B-3B7D-834D-B85C-F9777181AEF6}" type="presOf" srcId="{FA878096-5494-428A-BC5F-E5E600EF00F6}" destId="{B7E74D1C-6AD0-924A-942C-D00F396DD058}" srcOrd="1" destOrd="0" presId="urn:microsoft.com/office/officeart/2016/7/layout/VerticalDownArrowProcess"/>
    <dgm:cxn modelId="{3089065E-8EF7-4C55-9296-62586A083DD5}" srcId="{FA878096-5494-428A-BC5F-E5E600EF00F6}" destId="{115CE10E-6C0F-4125-B07A-42D3C3C14914}" srcOrd="0" destOrd="0" parTransId="{3655E8CA-EE59-44CC-AD15-1C5238E8B605}" sibTransId="{D427223A-BC44-4FF1-8523-2A76A86E80DE}"/>
    <dgm:cxn modelId="{CEB2656D-FD1A-4B28-95E7-CB626D1446DF}" srcId="{0658FA70-27F0-0D42-8ACD-F4CE1ADAC92F}" destId="{EE08E6AC-27ED-4006-8EBF-C5682963B825}" srcOrd="0" destOrd="0" parTransId="{4A58E84B-15D0-4875-B4E7-9BC3D4AD8DA9}" sibTransId="{57DB6850-B9F2-496F-9643-9D6992DC7F76}"/>
    <dgm:cxn modelId="{39BBD0BA-4B8D-9845-AC54-564E6CE3BBCC}" type="presOf" srcId="{CFAF3500-C1D5-498C-8FD5-C53E93C868AF}" destId="{FF8656AC-F76B-0948-9A32-CC0CA3715513}" srcOrd="0" destOrd="0" presId="urn:microsoft.com/office/officeart/2016/7/layout/VerticalDownArrowProcess"/>
    <dgm:cxn modelId="{7AC012C3-E7F1-44E0-AAE1-CBD5B4F0436C}" srcId="{CFA86C42-7D2A-4AEA-A6F4-4FF9077E43A6}" destId="{FA878096-5494-428A-BC5F-E5E600EF00F6}" srcOrd="1" destOrd="0" parTransId="{DA0E6393-E834-43A7-BA00-C62F50D4846A}" sibTransId="{979D60F8-041E-44F4-98CE-7517C1BF7C35}"/>
    <dgm:cxn modelId="{8EEFBACB-D8D3-7242-AC0D-CE278A80E626}" type="presOf" srcId="{EE08E6AC-27ED-4006-8EBF-C5682963B825}" destId="{AB512A34-0154-7E47-B5CC-D1BD5B46B6D8}" srcOrd="0" destOrd="0" presId="urn:microsoft.com/office/officeart/2016/7/layout/VerticalDownArrowProcess"/>
    <dgm:cxn modelId="{1CC4BCDB-6A03-5244-9BB6-7B15B8530214}" type="presOf" srcId="{FA878096-5494-428A-BC5F-E5E600EF00F6}" destId="{05B46FB8-7FB2-C248-9090-4ECE3E3018C5}" srcOrd="0" destOrd="0" presId="urn:microsoft.com/office/officeart/2016/7/layout/VerticalDownArrowProcess"/>
    <dgm:cxn modelId="{1881F2DD-2D4D-A84F-8166-C5A160E52237}" type="presOf" srcId="{115CE10E-6C0F-4125-B07A-42D3C3C14914}" destId="{E0B9DF28-9C31-F144-B98C-2A2449F68FB2}" srcOrd="0" destOrd="0" presId="urn:microsoft.com/office/officeart/2016/7/layout/VerticalDownArrowProcess"/>
    <dgm:cxn modelId="{43DA7BE3-4B61-0844-97C4-5E420C943A2B}" type="presOf" srcId="{5A92672D-2857-4CCA-9A7E-C1CFB91F653B}" destId="{56ACB224-CCD2-7D47-ACA9-AA648933E8CA}" srcOrd="0" destOrd="0" presId="urn:microsoft.com/office/officeart/2016/7/layout/VerticalDownArrowProcess"/>
    <dgm:cxn modelId="{CE025FFE-3F3A-4B30-8DCF-589A48C43148}" srcId="{CFAF3500-C1D5-498C-8FD5-C53E93C868AF}" destId="{5A92672D-2857-4CCA-9A7E-C1CFB91F653B}" srcOrd="0" destOrd="0" parTransId="{E82B589B-136A-4FFA-8BDD-DFA7F0C15E66}" sibTransId="{B39613D9-27FD-4879-93C7-DE2669A491AA}"/>
    <dgm:cxn modelId="{65EFC017-65A7-674C-B89F-186AAC6E475C}" type="presParOf" srcId="{F664E859-F63B-C646-A5FB-699B701A8A14}" destId="{63C5E720-7C17-7647-BF9F-720A8EFEC9AF}" srcOrd="0" destOrd="0" presId="urn:microsoft.com/office/officeart/2016/7/layout/VerticalDownArrowProcess"/>
    <dgm:cxn modelId="{DD75027D-6485-E34C-B099-27208CA0E8A1}" type="presParOf" srcId="{63C5E720-7C17-7647-BF9F-720A8EFEC9AF}" destId="{FF8656AC-F76B-0948-9A32-CC0CA3715513}" srcOrd="0" destOrd="0" presId="urn:microsoft.com/office/officeart/2016/7/layout/VerticalDownArrowProcess"/>
    <dgm:cxn modelId="{715816E0-D368-E841-8E41-D2FDEEDAC7A8}" type="presParOf" srcId="{63C5E720-7C17-7647-BF9F-720A8EFEC9AF}" destId="{56ACB224-CCD2-7D47-ACA9-AA648933E8CA}" srcOrd="1" destOrd="0" presId="urn:microsoft.com/office/officeart/2016/7/layout/VerticalDownArrowProcess"/>
    <dgm:cxn modelId="{46530E6F-46AF-F348-B8D5-BFA73C5414C0}" type="presParOf" srcId="{F664E859-F63B-C646-A5FB-699B701A8A14}" destId="{A2AFE223-F851-BB42-8E40-2B72CB2F1899}" srcOrd="1" destOrd="0" presId="urn:microsoft.com/office/officeart/2016/7/layout/VerticalDownArrowProcess"/>
    <dgm:cxn modelId="{BB343660-35B6-214F-8934-96695C3BB0CA}" type="presParOf" srcId="{F664E859-F63B-C646-A5FB-699B701A8A14}" destId="{8EDBFDFF-4FD9-4D48-899B-F42E96681D03}" srcOrd="2" destOrd="0" presId="urn:microsoft.com/office/officeart/2016/7/layout/VerticalDownArrowProcess"/>
    <dgm:cxn modelId="{1305338E-ABC7-B74F-9E73-2F41DCA62D41}" type="presParOf" srcId="{8EDBFDFF-4FD9-4D48-899B-F42E96681D03}" destId="{05B46FB8-7FB2-C248-9090-4ECE3E3018C5}" srcOrd="0" destOrd="0" presId="urn:microsoft.com/office/officeart/2016/7/layout/VerticalDownArrowProcess"/>
    <dgm:cxn modelId="{13D19917-1095-B84E-85FE-9FD772EAD3D7}" type="presParOf" srcId="{8EDBFDFF-4FD9-4D48-899B-F42E96681D03}" destId="{B7E74D1C-6AD0-924A-942C-D00F396DD058}" srcOrd="1" destOrd="0" presId="urn:microsoft.com/office/officeart/2016/7/layout/VerticalDownArrowProcess"/>
    <dgm:cxn modelId="{30BB80A5-09D8-2D4E-9ACF-D8916DE6BF3D}" type="presParOf" srcId="{8EDBFDFF-4FD9-4D48-899B-F42E96681D03}" destId="{E0B9DF28-9C31-F144-B98C-2A2449F68FB2}" srcOrd="2" destOrd="0" presId="urn:microsoft.com/office/officeart/2016/7/layout/VerticalDownArrowProcess"/>
    <dgm:cxn modelId="{A25ABD37-E48E-6C45-B4FD-3CE40340458B}" type="presParOf" srcId="{F664E859-F63B-C646-A5FB-699B701A8A14}" destId="{C5EDA43A-3909-424F-9CFD-2AE542A604F6}" srcOrd="3" destOrd="0" presId="urn:microsoft.com/office/officeart/2016/7/layout/VerticalDownArrowProcess"/>
    <dgm:cxn modelId="{1A4DFB76-408A-AD48-8D56-E7C61CFED494}" type="presParOf" srcId="{F664E859-F63B-C646-A5FB-699B701A8A14}" destId="{EEC1C060-C24A-5245-97E1-C00CB408B6D8}" srcOrd="4" destOrd="0" presId="urn:microsoft.com/office/officeart/2016/7/layout/VerticalDownArrowProcess"/>
    <dgm:cxn modelId="{37CE53A5-0FA6-7E40-9129-D1CB533B00AF}" type="presParOf" srcId="{EEC1C060-C24A-5245-97E1-C00CB408B6D8}" destId="{5011F933-75FE-214B-B58F-EA423AE056D8}" srcOrd="0" destOrd="0" presId="urn:microsoft.com/office/officeart/2016/7/layout/VerticalDownArrowProcess"/>
    <dgm:cxn modelId="{339A4081-A436-8647-B09A-F9805B39CAEF}" type="presParOf" srcId="{EEC1C060-C24A-5245-97E1-C00CB408B6D8}" destId="{15D10A67-F965-2E40-9C55-8A7C01120619}" srcOrd="1" destOrd="0" presId="urn:microsoft.com/office/officeart/2016/7/layout/VerticalDownArrowProcess"/>
    <dgm:cxn modelId="{611028E6-E5AF-8240-A56D-3A7DD464D5D6}" type="presParOf" srcId="{EEC1C060-C24A-5245-97E1-C00CB408B6D8}" destId="{AB512A34-0154-7E47-B5CC-D1BD5B46B6D8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73CC30-390C-4776-8700-EAF9A5216EC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4FEAEE1B-CF33-4C89-990D-2D016A916880}">
      <dgm:prSet/>
      <dgm:spPr/>
      <dgm:t>
        <a:bodyPr/>
        <a:lstStyle/>
        <a:p>
          <a:pPr>
            <a:defRPr cap="all"/>
          </a:pPr>
          <a:r>
            <a:rPr lang="en-US"/>
            <a:t>Title screening</a:t>
          </a:r>
        </a:p>
      </dgm:t>
    </dgm:pt>
    <dgm:pt modelId="{D155ACD8-9B91-435E-8220-85E1E581E6D6}" type="parTrans" cxnId="{1771E8E9-6FCE-4073-96E6-FA7D7A97B60C}">
      <dgm:prSet/>
      <dgm:spPr/>
      <dgm:t>
        <a:bodyPr/>
        <a:lstStyle/>
        <a:p>
          <a:endParaRPr lang="en-US"/>
        </a:p>
      </dgm:t>
    </dgm:pt>
    <dgm:pt modelId="{93E2BF36-DD6D-400E-80C1-42D01B2E4C75}" type="sibTrans" cxnId="{1771E8E9-6FCE-4073-96E6-FA7D7A97B60C}">
      <dgm:prSet/>
      <dgm:spPr/>
      <dgm:t>
        <a:bodyPr/>
        <a:lstStyle/>
        <a:p>
          <a:endParaRPr lang="en-US"/>
        </a:p>
      </dgm:t>
    </dgm:pt>
    <dgm:pt modelId="{7A75926B-1443-4D82-A34E-463ED7AA366D}">
      <dgm:prSet/>
      <dgm:spPr/>
      <dgm:t>
        <a:bodyPr/>
        <a:lstStyle/>
        <a:p>
          <a:pPr>
            <a:defRPr cap="all"/>
          </a:pPr>
          <a:r>
            <a:rPr lang="en-US"/>
            <a:t>Abstract screening</a:t>
          </a:r>
        </a:p>
      </dgm:t>
    </dgm:pt>
    <dgm:pt modelId="{57199523-AC57-4C66-8E3F-B7B1E468E653}" type="parTrans" cxnId="{861CC338-FF2A-4F0D-ABD6-401B06DAF5F3}">
      <dgm:prSet/>
      <dgm:spPr/>
      <dgm:t>
        <a:bodyPr/>
        <a:lstStyle/>
        <a:p>
          <a:endParaRPr lang="en-US"/>
        </a:p>
      </dgm:t>
    </dgm:pt>
    <dgm:pt modelId="{8465B28D-C495-4574-84B0-183C89FBCBEE}" type="sibTrans" cxnId="{861CC338-FF2A-4F0D-ABD6-401B06DAF5F3}">
      <dgm:prSet/>
      <dgm:spPr/>
      <dgm:t>
        <a:bodyPr/>
        <a:lstStyle/>
        <a:p>
          <a:endParaRPr lang="en-US"/>
        </a:p>
      </dgm:t>
    </dgm:pt>
    <dgm:pt modelId="{F506CF72-B96A-4D9F-B0B2-208884357606}">
      <dgm:prSet/>
      <dgm:spPr/>
      <dgm:t>
        <a:bodyPr/>
        <a:lstStyle/>
        <a:p>
          <a:pPr>
            <a:defRPr cap="all"/>
          </a:pPr>
          <a:r>
            <a:rPr lang="en-US"/>
            <a:t>Full‑text screening</a:t>
          </a:r>
        </a:p>
      </dgm:t>
    </dgm:pt>
    <dgm:pt modelId="{EBE40AF2-AA71-4559-A2E9-FF03C675FFC7}" type="parTrans" cxnId="{CF75A041-EE59-4858-996E-91103DBA9C9B}">
      <dgm:prSet/>
      <dgm:spPr/>
      <dgm:t>
        <a:bodyPr/>
        <a:lstStyle/>
        <a:p>
          <a:endParaRPr lang="en-US"/>
        </a:p>
      </dgm:t>
    </dgm:pt>
    <dgm:pt modelId="{5F814AA4-9224-489B-8ADF-0D641ADF591C}" type="sibTrans" cxnId="{CF75A041-EE59-4858-996E-91103DBA9C9B}">
      <dgm:prSet/>
      <dgm:spPr/>
      <dgm:t>
        <a:bodyPr/>
        <a:lstStyle/>
        <a:p>
          <a:endParaRPr lang="en-US"/>
        </a:p>
      </dgm:t>
    </dgm:pt>
    <dgm:pt modelId="{8E0105FA-F2D3-4B73-91D1-D5B4FB006F64}">
      <dgm:prSet/>
      <dgm:spPr/>
      <dgm:t>
        <a:bodyPr/>
        <a:lstStyle/>
        <a:p>
          <a:pPr>
            <a:defRPr cap="all"/>
          </a:pPr>
          <a:r>
            <a:rPr lang="en-US"/>
            <a:t>Documenting inclusion decisions</a:t>
          </a:r>
        </a:p>
      </dgm:t>
    </dgm:pt>
    <dgm:pt modelId="{AA3F20B4-B1DF-4DFB-B80A-371F3EBA993C}" type="parTrans" cxnId="{60CA67CC-999E-476D-B251-ED5A38AB2521}">
      <dgm:prSet/>
      <dgm:spPr/>
      <dgm:t>
        <a:bodyPr/>
        <a:lstStyle/>
        <a:p>
          <a:endParaRPr lang="en-US"/>
        </a:p>
      </dgm:t>
    </dgm:pt>
    <dgm:pt modelId="{D988AB25-6535-4233-9519-1082CE185272}" type="sibTrans" cxnId="{60CA67CC-999E-476D-B251-ED5A38AB2521}">
      <dgm:prSet/>
      <dgm:spPr/>
      <dgm:t>
        <a:bodyPr/>
        <a:lstStyle/>
        <a:p>
          <a:endParaRPr lang="en-US"/>
        </a:p>
      </dgm:t>
    </dgm:pt>
    <dgm:pt modelId="{1F829CF5-2264-469C-BD12-79A87C6B91D0}" type="pres">
      <dgm:prSet presAssocID="{3573CC30-390C-4776-8700-EAF9A5216EC1}" presName="root" presStyleCnt="0">
        <dgm:presLayoutVars>
          <dgm:dir/>
          <dgm:resizeHandles val="exact"/>
        </dgm:presLayoutVars>
      </dgm:prSet>
      <dgm:spPr/>
    </dgm:pt>
    <dgm:pt modelId="{D83DDA12-F8D0-49DD-8D98-E2E9D5C73402}" type="pres">
      <dgm:prSet presAssocID="{4FEAEE1B-CF33-4C89-990D-2D016A916880}" presName="compNode" presStyleCnt="0"/>
      <dgm:spPr/>
    </dgm:pt>
    <dgm:pt modelId="{79829E1C-BF5A-4A78-B1B8-757B6CB6E579}" type="pres">
      <dgm:prSet presAssocID="{4FEAEE1B-CF33-4C89-990D-2D016A916880}" presName="iconBgRect" presStyleLbl="bgShp" presStyleIdx="0" presStyleCnt="4"/>
      <dgm:spPr/>
    </dgm:pt>
    <dgm:pt modelId="{6363BE0D-2604-41CF-89A3-B72D7CFC6AD7}" type="pres">
      <dgm:prSet presAssocID="{4FEAEE1B-CF33-4C89-990D-2D016A91688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B0100756-2015-4D74-813A-9A0F8047FBB4}" type="pres">
      <dgm:prSet presAssocID="{4FEAEE1B-CF33-4C89-990D-2D016A916880}" presName="spaceRect" presStyleCnt="0"/>
      <dgm:spPr/>
    </dgm:pt>
    <dgm:pt modelId="{04E8B9FE-8872-484B-9A29-3B667511E750}" type="pres">
      <dgm:prSet presAssocID="{4FEAEE1B-CF33-4C89-990D-2D016A916880}" presName="textRect" presStyleLbl="revTx" presStyleIdx="0" presStyleCnt="4">
        <dgm:presLayoutVars>
          <dgm:chMax val="1"/>
          <dgm:chPref val="1"/>
        </dgm:presLayoutVars>
      </dgm:prSet>
      <dgm:spPr/>
    </dgm:pt>
    <dgm:pt modelId="{2D5AD826-2D24-4375-A20C-462589DA3EF5}" type="pres">
      <dgm:prSet presAssocID="{93E2BF36-DD6D-400E-80C1-42D01B2E4C75}" presName="sibTrans" presStyleCnt="0"/>
      <dgm:spPr/>
    </dgm:pt>
    <dgm:pt modelId="{5631CF81-98E6-45E8-AF77-9619AA27030A}" type="pres">
      <dgm:prSet presAssocID="{7A75926B-1443-4D82-A34E-463ED7AA366D}" presName="compNode" presStyleCnt="0"/>
      <dgm:spPr/>
    </dgm:pt>
    <dgm:pt modelId="{86123C96-4CF5-4DE1-966D-9CDEEBB373DA}" type="pres">
      <dgm:prSet presAssocID="{7A75926B-1443-4D82-A34E-463ED7AA366D}" presName="iconBgRect" presStyleLbl="bgShp" presStyleIdx="1" presStyleCnt="4"/>
      <dgm:spPr/>
    </dgm:pt>
    <dgm:pt modelId="{671C04D3-4CF9-44BB-B4D7-8EFB5A35354C}" type="pres">
      <dgm:prSet presAssocID="{7A75926B-1443-4D82-A34E-463ED7AA366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BA92217-FDE1-4F25-8A52-0E85681FDB08}" type="pres">
      <dgm:prSet presAssocID="{7A75926B-1443-4D82-A34E-463ED7AA366D}" presName="spaceRect" presStyleCnt="0"/>
      <dgm:spPr/>
    </dgm:pt>
    <dgm:pt modelId="{2CAF7090-6119-484F-A1F5-C45FE420D55F}" type="pres">
      <dgm:prSet presAssocID="{7A75926B-1443-4D82-A34E-463ED7AA366D}" presName="textRect" presStyleLbl="revTx" presStyleIdx="1" presStyleCnt="4">
        <dgm:presLayoutVars>
          <dgm:chMax val="1"/>
          <dgm:chPref val="1"/>
        </dgm:presLayoutVars>
      </dgm:prSet>
      <dgm:spPr/>
    </dgm:pt>
    <dgm:pt modelId="{A0AC87F8-E924-46D1-A879-18868B3D8634}" type="pres">
      <dgm:prSet presAssocID="{8465B28D-C495-4574-84B0-183C89FBCBEE}" presName="sibTrans" presStyleCnt="0"/>
      <dgm:spPr/>
    </dgm:pt>
    <dgm:pt modelId="{C7C459BA-46BA-4E23-9947-A93A32957E83}" type="pres">
      <dgm:prSet presAssocID="{F506CF72-B96A-4D9F-B0B2-208884357606}" presName="compNode" presStyleCnt="0"/>
      <dgm:spPr/>
    </dgm:pt>
    <dgm:pt modelId="{F4A5A81C-972D-4878-9AF5-BAF995F19B50}" type="pres">
      <dgm:prSet presAssocID="{F506CF72-B96A-4D9F-B0B2-208884357606}" presName="iconBgRect" presStyleLbl="bgShp" presStyleIdx="2" presStyleCnt="4"/>
      <dgm:spPr/>
    </dgm:pt>
    <dgm:pt modelId="{37A9D781-B5DE-4E06-967F-937BE6B2A710}" type="pres">
      <dgm:prSet presAssocID="{F506CF72-B96A-4D9F-B0B2-20888435760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30C4B2B-F668-47A4-9470-B834F5E7BD14}" type="pres">
      <dgm:prSet presAssocID="{F506CF72-B96A-4D9F-B0B2-208884357606}" presName="spaceRect" presStyleCnt="0"/>
      <dgm:spPr/>
    </dgm:pt>
    <dgm:pt modelId="{F1D6C6F0-175A-49E3-B99B-45AEB8A55704}" type="pres">
      <dgm:prSet presAssocID="{F506CF72-B96A-4D9F-B0B2-208884357606}" presName="textRect" presStyleLbl="revTx" presStyleIdx="2" presStyleCnt="4">
        <dgm:presLayoutVars>
          <dgm:chMax val="1"/>
          <dgm:chPref val="1"/>
        </dgm:presLayoutVars>
      </dgm:prSet>
      <dgm:spPr/>
    </dgm:pt>
    <dgm:pt modelId="{A5D14001-166F-4ED1-9DF2-7B447540ACD0}" type="pres">
      <dgm:prSet presAssocID="{5F814AA4-9224-489B-8ADF-0D641ADF591C}" presName="sibTrans" presStyleCnt="0"/>
      <dgm:spPr/>
    </dgm:pt>
    <dgm:pt modelId="{879B8C18-C153-4635-A990-4F20624DE99A}" type="pres">
      <dgm:prSet presAssocID="{8E0105FA-F2D3-4B73-91D1-D5B4FB006F64}" presName="compNode" presStyleCnt="0"/>
      <dgm:spPr/>
    </dgm:pt>
    <dgm:pt modelId="{AD7C896E-7540-4C2C-9069-AFFA54F2A408}" type="pres">
      <dgm:prSet presAssocID="{8E0105FA-F2D3-4B73-91D1-D5B4FB006F64}" presName="iconBgRect" presStyleLbl="bgShp" presStyleIdx="3" presStyleCnt="4"/>
      <dgm:spPr/>
    </dgm:pt>
    <dgm:pt modelId="{7E114E55-1300-4F32-9F5A-1BA9C9288F36}" type="pres">
      <dgm:prSet presAssocID="{8E0105FA-F2D3-4B73-91D1-D5B4FB006F6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3881274C-3676-4947-B70D-CF152B4E37B8}" type="pres">
      <dgm:prSet presAssocID="{8E0105FA-F2D3-4B73-91D1-D5B4FB006F64}" presName="spaceRect" presStyleCnt="0"/>
      <dgm:spPr/>
    </dgm:pt>
    <dgm:pt modelId="{54C37C2E-21FC-42B8-BE3D-382F6DEEE4C0}" type="pres">
      <dgm:prSet presAssocID="{8E0105FA-F2D3-4B73-91D1-D5B4FB006F6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64E2616-3946-438E-B4B0-65571266F0DA}" type="presOf" srcId="{3573CC30-390C-4776-8700-EAF9A5216EC1}" destId="{1F829CF5-2264-469C-BD12-79A87C6B91D0}" srcOrd="0" destOrd="0" presId="urn:microsoft.com/office/officeart/2018/5/layout/IconCircleLabelList"/>
    <dgm:cxn modelId="{861CC338-FF2A-4F0D-ABD6-401B06DAF5F3}" srcId="{3573CC30-390C-4776-8700-EAF9A5216EC1}" destId="{7A75926B-1443-4D82-A34E-463ED7AA366D}" srcOrd="1" destOrd="0" parTransId="{57199523-AC57-4C66-8E3F-B7B1E468E653}" sibTransId="{8465B28D-C495-4574-84B0-183C89FBCBEE}"/>
    <dgm:cxn modelId="{CF75A041-EE59-4858-996E-91103DBA9C9B}" srcId="{3573CC30-390C-4776-8700-EAF9A5216EC1}" destId="{F506CF72-B96A-4D9F-B0B2-208884357606}" srcOrd="2" destOrd="0" parTransId="{EBE40AF2-AA71-4559-A2E9-FF03C675FFC7}" sibTransId="{5F814AA4-9224-489B-8ADF-0D641ADF591C}"/>
    <dgm:cxn modelId="{900EB956-10EA-4F15-A64E-D26930BF6719}" type="presOf" srcId="{F506CF72-B96A-4D9F-B0B2-208884357606}" destId="{F1D6C6F0-175A-49E3-B99B-45AEB8A55704}" srcOrd="0" destOrd="0" presId="urn:microsoft.com/office/officeart/2018/5/layout/IconCircleLabelList"/>
    <dgm:cxn modelId="{D9C231B2-0DCC-44B5-9FBA-721E5A6262CD}" type="presOf" srcId="{4FEAEE1B-CF33-4C89-990D-2D016A916880}" destId="{04E8B9FE-8872-484B-9A29-3B667511E750}" srcOrd="0" destOrd="0" presId="urn:microsoft.com/office/officeart/2018/5/layout/IconCircleLabelList"/>
    <dgm:cxn modelId="{60CA67CC-999E-476D-B251-ED5A38AB2521}" srcId="{3573CC30-390C-4776-8700-EAF9A5216EC1}" destId="{8E0105FA-F2D3-4B73-91D1-D5B4FB006F64}" srcOrd="3" destOrd="0" parTransId="{AA3F20B4-B1DF-4DFB-B80A-371F3EBA993C}" sibTransId="{D988AB25-6535-4233-9519-1082CE185272}"/>
    <dgm:cxn modelId="{DFE891E6-F7B1-4DBE-BB9B-C46DBBFC8A81}" type="presOf" srcId="{7A75926B-1443-4D82-A34E-463ED7AA366D}" destId="{2CAF7090-6119-484F-A1F5-C45FE420D55F}" srcOrd="0" destOrd="0" presId="urn:microsoft.com/office/officeart/2018/5/layout/IconCircleLabelList"/>
    <dgm:cxn modelId="{1771E8E9-6FCE-4073-96E6-FA7D7A97B60C}" srcId="{3573CC30-390C-4776-8700-EAF9A5216EC1}" destId="{4FEAEE1B-CF33-4C89-990D-2D016A916880}" srcOrd="0" destOrd="0" parTransId="{D155ACD8-9B91-435E-8220-85E1E581E6D6}" sibTransId="{93E2BF36-DD6D-400E-80C1-42D01B2E4C75}"/>
    <dgm:cxn modelId="{1F0961F2-952B-4084-BC0C-529BC6511113}" type="presOf" srcId="{8E0105FA-F2D3-4B73-91D1-D5B4FB006F64}" destId="{54C37C2E-21FC-42B8-BE3D-382F6DEEE4C0}" srcOrd="0" destOrd="0" presId="urn:microsoft.com/office/officeart/2018/5/layout/IconCircleLabelList"/>
    <dgm:cxn modelId="{2A3C68BE-899C-4070-99ED-4392564564E3}" type="presParOf" srcId="{1F829CF5-2264-469C-BD12-79A87C6B91D0}" destId="{D83DDA12-F8D0-49DD-8D98-E2E9D5C73402}" srcOrd="0" destOrd="0" presId="urn:microsoft.com/office/officeart/2018/5/layout/IconCircleLabelList"/>
    <dgm:cxn modelId="{41F98F11-7549-4BBB-8AF4-0355059216F2}" type="presParOf" srcId="{D83DDA12-F8D0-49DD-8D98-E2E9D5C73402}" destId="{79829E1C-BF5A-4A78-B1B8-757B6CB6E579}" srcOrd="0" destOrd="0" presId="urn:microsoft.com/office/officeart/2018/5/layout/IconCircleLabelList"/>
    <dgm:cxn modelId="{2E67BA79-0721-4225-938E-C44A4851B536}" type="presParOf" srcId="{D83DDA12-F8D0-49DD-8D98-E2E9D5C73402}" destId="{6363BE0D-2604-41CF-89A3-B72D7CFC6AD7}" srcOrd="1" destOrd="0" presId="urn:microsoft.com/office/officeart/2018/5/layout/IconCircleLabelList"/>
    <dgm:cxn modelId="{A6B2A78E-6092-441F-B6DF-5FA75CB43E67}" type="presParOf" srcId="{D83DDA12-F8D0-49DD-8D98-E2E9D5C73402}" destId="{B0100756-2015-4D74-813A-9A0F8047FBB4}" srcOrd="2" destOrd="0" presId="urn:microsoft.com/office/officeart/2018/5/layout/IconCircleLabelList"/>
    <dgm:cxn modelId="{1AA8CDB6-7121-4B04-BAEB-DCF347AC6745}" type="presParOf" srcId="{D83DDA12-F8D0-49DD-8D98-E2E9D5C73402}" destId="{04E8B9FE-8872-484B-9A29-3B667511E750}" srcOrd="3" destOrd="0" presId="urn:microsoft.com/office/officeart/2018/5/layout/IconCircleLabelList"/>
    <dgm:cxn modelId="{9644BADA-FB5A-48DB-BA84-28AB41B42F69}" type="presParOf" srcId="{1F829CF5-2264-469C-BD12-79A87C6B91D0}" destId="{2D5AD826-2D24-4375-A20C-462589DA3EF5}" srcOrd="1" destOrd="0" presId="urn:microsoft.com/office/officeart/2018/5/layout/IconCircleLabelList"/>
    <dgm:cxn modelId="{8991F67D-BCC7-4D47-A85B-F28189743CC0}" type="presParOf" srcId="{1F829CF5-2264-469C-BD12-79A87C6B91D0}" destId="{5631CF81-98E6-45E8-AF77-9619AA27030A}" srcOrd="2" destOrd="0" presId="urn:microsoft.com/office/officeart/2018/5/layout/IconCircleLabelList"/>
    <dgm:cxn modelId="{68D6A3FC-CD7A-489A-AAB0-8E6A7E4D57EE}" type="presParOf" srcId="{5631CF81-98E6-45E8-AF77-9619AA27030A}" destId="{86123C96-4CF5-4DE1-966D-9CDEEBB373DA}" srcOrd="0" destOrd="0" presId="urn:microsoft.com/office/officeart/2018/5/layout/IconCircleLabelList"/>
    <dgm:cxn modelId="{17186150-3D95-4F2D-BBCF-A155D6A56BAC}" type="presParOf" srcId="{5631CF81-98E6-45E8-AF77-9619AA27030A}" destId="{671C04D3-4CF9-44BB-B4D7-8EFB5A35354C}" srcOrd="1" destOrd="0" presId="urn:microsoft.com/office/officeart/2018/5/layout/IconCircleLabelList"/>
    <dgm:cxn modelId="{103EF01F-86BB-406F-A31B-B5A0E5197249}" type="presParOf" srcId="{5631CF81-98E6-45E8-AF77-9619AA27030A}" destId="{0BA92217-FDE1-4F25-8A52-0E85681FDB08}" srcOrd="2" destOrd="0" presId="urn:microsoft.com/office/officeart/2018/5/layout/IconCircleLabelList"/>
    <dgm:cxn modelId="{FBD5C721-5141-4A50-9E48-CEB1D8B2A8BA}" type="presParOf" srcId="{5631CF81-98E6-45E8-AF77-9619AA27030A}" destId="{2CAF7090-6119-484F-A1F5-C45FE420D55F}" srcOrd="3" destOrd="0" presId="urn:microsoft.com/office/officeart/2018/5/layout/IconCircleLabelList"/>
    <dgm:cxn modelId="{85AD79EA-38B6-43C3-AAB4-EAF73100C794}" type="presParOf" srcId="{1F829CF5-2264-469C-BD12-79A87C6B91D0}" destId="{A0AC87F8-E924-46D1-A879-18868B3D8634}" srcOrd="3" destOrd="0" presId="urn:microsoft.com/office/officeart/2018/5/layout/IconCircleLabelList"/>
    <dgm:cxn modelId="{ABCD7203-6A5D-4D43-8870-0EE73843BB49}" type="presParOf" srcId="{1F829CF5-2264-469C-BD12-79A87C6B91D0}" destId="{C7C459BA-46BA-4E23-9947-A93A32957E83}" srcOrd="4" destOrd="0" presId="urn:microsoft.com/office/officeart/2018/5/layout/IconCircleLabelList"/>
    <dgm:cxn modelId="{69F62361-9B99-4065-B171-7CBCDC013C87}" type="presParOf" srcId="{C7C459BA-46BA-4E23-9947-A93A32957E83}" destId="{F4A5A81C-972D-4878-9AF5-BAF995F19B50}" srcOrd="0" destOrd="0" presId="urn:microsoft.com/office/officeart/2018/5/layout/IconCircleLabelList"/>
    <dgm:cxn modelId="{D8BA96CB-B0E5-4F74-9B0F-A64338312558}" type="presParOf" srcId="{C7C459BA-46BA-4E23-9947-A93A32957E83}" destId="{37A9D781-B5DE-4E06-967F-937BE6B2A710}" srcOrd="1" destOrd="0" presId="urn:microsoft.com/office/officeart/2018/5/layout/IconCircleLabelList"/>
    <dgm:cxn modelId="{EA289F0E-547E-4B03-809A-A440EE00F0F3}" type="presParOf" srcId="{C7C459BA-46BA-4E23-9947-A93A32957E83}" destId="{A30C4B2B-F668-47A4-9470-B834F5E7BD14}" srcOrd="2" destOrd="0" presId="urn:microsoft.com/office/officeart/2018/5/layout/IconCircleLabelList"/>
    <dgm:cxn modelId="{52963830-A1F1-41C4-B1A4-A9A468B21E30}" type="presParOf" srcId="{C7C459BA-46BA-4E23-9947-A93A32957E83}" destId="{F1D6C6F0-175A-49E3-B99B-45AEB8A55704}" srcOrd="3" destOrd="0" presId="urn:microsoft.com/office/officeart/2018/5/layout/IconCircleLabelList"/>
    <dgm:cxn modelId="{5FC59EA7-42E5-46E9-87C6-4FF1BAC4967F}" type="presParOf" srcId="{1F829CF5-2264-469C-BD12-79A87C6B91D0}" destId="{A5D14001-166F-4ED1-9DF2-7B447540ACD0}" srcOrd="5" destOrd="0" presId="urn:microsoft.com/office/officeart/2018/5/layout/IconCircleLabelList"/>
    <dgm:cxn modelId="{F28C203E-B705-48E5-A6F2-655CC1701EF1}" type="presParOf" srcId="{1F829CF5-2264-469C-BD12-79A87C6B91D0}" destId="{879B8C18-C153-4635-A990-4F20624DE99A}" srcOrd="6" destOrd="0" presId="urn:microsoft.com/office/officeart/2018/5/layout/IconCircleLabelList"/>
    <dgm:cxn modelId="{C883C42E-5390-41E2-BEC5-E8E3350A931D}" type="presParOf" srcId="{879B8C18-C153-4635-A990-4F20624DE99A}" destId="{AD7C896E-7540-4C2C-9069-AFFA54F2A408}" srcOrd="0" destOrd="0" presId="urn:microsoft.com/office/officeart/2018/5/layout/IconCircleLabelList"/>
    <dgm:cxn modelId="{B7CE041D-285B-400A-96A1-3877B9A2484C}" type="presParOf" srcId="{879B8C18-C153-4635-A990-4F20624DE99A}" destId="{7E114E55-1300-4F32-9F5A-1BA9C9288F36}" srcOrd="1" destOrd="0" presId="urn:microsoft.com/office/officeart/2018/5/layout/IconCircleLabelList"/>
    <dgm:cxn modelId="{D5ACDD1B-1B71-4FDF-B23D-C7C8D8BC919E}" type="presParOf" srcId="{879B8C18-C153-4635-A990-4F20624DE99A}" destId="{3881274C-3676-4947-B70D-CF152B4E37B8}" srcOrd="2" destOrd="0" presId="urn:microsoft.com/office/officeart/2018/5/layout/IconCircleLabelList"/>
    <dgm:cxn modelId="{F9025785-EF1D-4CE6-8397-4EA804CC6405}" type="presParOf" srcId="{879B8C18-C153-4635-A990-4F20624DE99A}" destId="{54C37C2E-21FC-42B8-BE3D-382F6DEEE4C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D51CD3-2ACD-46B4-BD5A-C07629CE0AE2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584B25D-BFAA-4D37-8B47-F1ACEFBDB8C0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tx2"/>
        </a:solidFill>
      </dgm:spPr>
      <dgm:t>
        <a:bodyPr/>
        <a:lstStyle/>
        <a:p>
          <a:r>
            <a:rPr lang="en-US" sz="2000" b="1" dirty="0" err="1">
              <a:solidFill>
                <a:schemeClr val="bg1"/>
              </a:solidFill>
            </a:rPr>
            <a:t>revtools</a:t>
          </a:r>
          <a:endParaRPr lang="en-US" sz="2000" b="1" dirty="0">
            <a:solidFill>
              <a:schemeClr val="bg1"/>
            </a:solidFill>
          </a:endParaRPr>
        </a:p>
      </dgm:t>
    </dgm:pt>
    <dgm:pt modelId="{CAB0A727-EE28-4B58-B54B-F65D023E5793}" type="parTrans" cxnId="{8FCC5840-B982-4CB0-A3C4-F64EF242EDBA}">
      <dgm:prSet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5968C55C-8229-4002-81CA-C3C6C91C1B5F}" type="sibTrans" cxnId="{8FCC5840-B982-4CB0-A3C4-F64EF242EDBA}">
      <dgm:prSet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0F87109B-21FF-4A2C-BAC1-F7E4F78CBD64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tx2"/>
        </a:solidFill>
      </dgm:spPr>
      <dgm:t>
        <a:bodyPr/>
        <a:lstStyle/>
        <a:p>
          <a:r>
            <a:rPr lang="en-US" sz="2000" b="1" dirty="0" err="1">
              <a:solidFill>
                <a:schemeClr val="bg1"/>
              </a:solidFill>
            </a:rPr>
            <a:t>metafor</a:t>
          </a:r>
          <a:endParaRPr lang="en-US" sz="2000" b="1" dirty="0">
            <a:solidFill>
              <a:schemeClr val="bg1"/>
            </a:solidFill>
          </a:endParaRPr>
        </a:p>
      </dgm:t>
    </dgm:pt>
    <dgm:pt modelId="{4FA7ACA8-2396-4C1E-A634-AD22B45040EF}" type="parTrans" cxnId="{BC268E88-3735-4A03-8CDF-5347E114993D}">
      <dgm:prSet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E83B679B-592F-4938-B239-FEF77A35FA31}" type="sibTrans" cxnId="{BC268E88-3735-4A03-8CDF-5347E114993D}">
      <dgm:prSet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F1DC59FE-FF45-4209-A8B8-39556D71BA99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tx2"/>
        </a:solidFill>
      </dgm:spPr>
      <dgm:t>
        <a:bodyPr/>
        <a:lstStyle/>
        <a:p>
          <a:r>
            <a:rPr lang="en-US" sz="2000" b="1">
              <a:solidFill>
                <a:schemeClr val="bg1"/>
              </a:solidFill>
            </a:rPr>
            <a:t>tidyverse</a:t>
          </a:r>
        </a:p>
      </dgm:t>
    </dgm:pt>
    <dgm:pt modelId="{ECF4DA06-25A9-4B59-A30D-627C88778924}" type="parTrans" cxnId="{D387C238-E138-4330-B921-695985B4C3B4}">
      <dgm:prSet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EF1C7DA0-F2DE-4085-A0C9-6CC6D02B585E}" type="sibTrans" cxnId="{D387C238-E138-4330-B921-695985B4C3B4}">
      <dgm:prSet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D1D4CA43-529D-C146-93B4-A63AFDEB55B8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tx2"/>
        </a:solidFill>
      </dgm:spPr>
      <dgm:t>
        <a:bodyPr/>
        <a:lstStyle/>
        <a:p>
          <a:r>
            <a:rPr lang="en-GB" sz="2000" b="1" dirty="0" err="1">
              <a:solidFill>
                <a:schemeClr val="bg1"/>
              </a:solidFill>
            </a:rPr>
            <a:t>synthesisr</a:t>
          </a:r>
          <a:endParaRPr lang="en-US" sz="2000" b="1" dirty="0">
            <a:solidFill>
              <a:schemeClr val="bg1"/>
            </a:solidFill>
          </a:endParaRPr>
        </a:p>
      </dgm:t>
    </dgm:pt>
    <dgm:pt modelId="{08E3B931-E487-3840-B5B7-8D3F7BD6B06A}" type="parTrans" cxnId="{246648AA-3109-9F47-ADA9-E7E0EFA2DB34}">
      <dgm:prSet/>
      <dgm:spPr/>
      <dgm:t>
        <a:bodyPr/>
        <a:lstStyle/>
        <a:p>
          <a:endParaRPr lang="en-GB"/>
        </a:p>
      </dgm:t>
    </dgm:pt>
    <dgm:pt modelId="{5D75D338-CDC0-9D47-8EAD-894FC16C0EBB}" type="sibTrans" cxnId="{246648AA-3109-9F47-ADA9-E7E0EFA2DB34}">
      <dgm:prSet/>
      <dgm:spPr/>
      <dgm:t>
        <a:bodyPr/>
        <a:lstStyle/>
        <a:p>
          <a:endParaRPr lang="en-GB"/>
        </a:p>
      </dgm:t>
    </dgm:pt>
    <dgm:pt modelId="{5C34FA37-0B3E-9148-844C-179E62BAE436}">
      <dgm:prSet custT="1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>
        <a:solidFill>
          <a:schemeClr val="tx2"/>
        </a:solidFill>
      </dgm:spPr>
      <dgm:t>
        <a:bodyPr/>
        <a:lstStyle/>
        <a:p>
          <a:r>
            <a:rPr lang="en-US" sz="2000" b="1" dirty="0" err="1">
              <a:solidFill>
                <a:schemeClr val="bg1"/>
              </a:solidFill>
            </a:rPr>
            <a:t>dplyr</a:t>
          </a:r>
          <a:endParaRPr lang="en-US" sz="2000" b="1" dirty="0">
            <a:solidFill>
              <a:schemeClr val="bg1"/>
            </a:solidFill>
          </a:endParaRPr>
        </a:p>
      </dgm:t>
    </dgm:pt>
    <dgm:pt modelId="{54416596-D5F6-2242-BC8A-2225B5309CB3}" type="parTrans" cxnId="{9582DB1F-B158-8449-840D-8794257D17AD}">
      <dgm:prSet/>
      <dgm:spPr/>
      <dgm:t>
        <a:bodyPr/>
        <a:lstStyle/>
        <a:p>
          <a:endParaRPr lang="en-GB"/>
        </a:p>
      </dgm:t>
    </dgm:pt>
    <dgm:pt modelId="{4773B668-84FE-144F-9E3D-40029451AEA1}" type="sibTrans" cxnId="{9582DB1F-B158-8449-840D-8794257D17AD}">
      <dgm:prSet/>
      <dgm:spPr/>
      <dgm:t>
        <a:bodyPr/>
        <a:lstStyle/>
        <a:p>
          <a:endParaRPr lang="en-GB"/>
        </a:p>
      </dgm:t>
    </dgm:pt>
    <dgm:pt modelId="{3A4AF049-9C27-474E-8CCB-0B7B6F370E69}" type="pres">
      <dgm:prSet presAssocID="{F2D51CD3-2ACD-46B4-BD5A-C07629CE0AE2}" presName="linear" presStyleCnt="0">
        <dgm:presLayoutVars>
          <dgm:dir/>
          <dgm:animLvl val="lvl"/>
          <dgm:resizeHandles val="exact"/>
        </dgm:presLayoutVars>
      </dgm:prSet>
      <dgm:spPr/>
    </dgm:pt>
    <dgm:pt modelId="{40936127-DC26-4D44-AEFC-CB2948DCA8BE}" type="pres">
      <dgm:prSet presAssocID="{E584B25D-BFAA-4D37-8B47-F1ACEFBDB8C0}" presName="parentLin" presStyleCnt="0"/>
      <dgm:spPr/>
    </dgm:pt>
    <dgm:pt modelId="{30F0AA1F-D50B-844A-AAF0-64CB8479735F}" type="pres">
      <dgm:prSet presAssocID="{E584B25D-BFAA-4D37-8B47-F1ACEFBDB8C0}" presName="parentLeftMargin" presStyleLbl="node1" presStyleIdx="0" presStyleCnt="5"/>
      <dgm:spPr/>
    </dgm:pt>
    <dgm:pt modelId="{8396FB74-1426-574F-9E4D-5F049A8A4143}" type="pres">
      <dgm:prSet presAssocID="{E584B25D-BFAA-4D37-8B47-F1ACEFBDB8C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0635376E-6E73-CC4E-836D-EF0E504B7DE6}" type="pres">
      <dgm:prSet presAssocID="{E584B25D-BFAA-4D37-8B47-F1ACEFBDB8C0}" presName="negativeSpace" presStyleCnt="0"/>
      <dgm:spPr/>
    </dgm:pt>
    <dgm:pt modelId="{A4CF5BC4-A6EF-6D41-8152-33875E8690C2}" type="pres">
      <dgm:prSet presAssocID="{E584B25D-BFAA-4D37-8B47-F1ACEFBDB8C0}" presName="childText" presStyleLbl="conFgAcc1" presStyleIdx="0" presStyleCnt="5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740E42C5-1A60-744D-B0BA-3FBCFE0CD9BB}" type="pres">
      <dgm:prSet presAssocID="{5968C55C-8229-4002-81CA-C3C6C91C1B5F}" presName="spaceBetweenRectangles" presStyleCnt="0"/>
      <dgm:spPr/>
    </dgm:pt>
    <dgm:pt modelId="{078F5207-BF00-7A48-8F04-53E9DEB94255}" type="pres">
      <dgm:prSet presAssocID="{D1D4CA43-529D-C146-93B4-A63AFDEB55B8}" presName="parentLin" presStyleCnt="0"/>
      <dgm:spPr/>
    </dgm:pt>
    <dgm:pt modelId="{223C88B1-14FA-FE4A-89F2-4350C1C6EB4A}" type="pres">
      <dgm:prSet presAssocID="{D1D4CA43-529D-C146-93B4-A63AFDEB55B8}" presName="parentLeftMargin" presStyleLbl="node1" presStyleIdx="0" presStyleCnt="5"/>
      <dgm:spPr/>
    </dgm:pt>
    <dgm:pt modelId="{178CB2BA-C83E-2A4E-9496-A56153DB2EA0}" type="pres">
      <dgm:prSet presAssocID="{D1D4CA43-529D-C146-93B4-A63AFDEB55B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D2EA619-A60E-0F42-8F59-51695B7F6BFC}" type="pres">
      <dgm:prSet presAssocID="{D1D4CA43-529D-C146-93B4-A63AFDEB55B8}" presName="negativeSpace" presStyleCnt="0"/>
      <dgm:spPr/>
    </dgm:pt>
    <dgm:pt modelId="{74E40758-3C74-0647-8297-CA9F937D30AD}" type="pres">
      <dgm:prSet presAssocID="{D1D4CA43-529D-C146-93B4-A63AFDEB55B8}" presName="childText" presStyleLbl="conFgAcc1" presStyleIdx="1" presStyleCnt="5">
        <dgm:presLayoutVars>
          <dgm:bulletEnabled val="1"/>
        </dgm:presLayoutVars>
      </dgm:prSet>
      <dgm:spPr/>
    </dgm:pt>
    <dgm:pt modelId="{500F88BB-9E1D-5443-93AC-FFFBC09254EF}" type="pres">
      <dgm:prSet presAssocID="{5D75D338-CDC0-9D47-8EAD-894FC16C0EBB}" presName="spaceBetweenRectangles" presStyleCnt="0"/>
      <dgm:spPr/>
    </dgm:pt>
    <dgm:pt modelId="{ECBDC789-7C3B-7D41-B632-A071A3F9EB10}" type="pres">
      <dgm:prSet presAssocID="{5C34FA37-0B3E-9148-844C-179E62BAE436}" presName="parentLin" presStyleCnt="0"/>
      <dgm:spPr/>
    </dgm:pt>
    <dgm:pt modelId="{C356DEF6-32EA-8140-BFD7-8D018BA903E0}" type="pres">
      <dgm:prSet presAssocID="{5C34FA37-0B3E-9148-844C-179E62BAE436}" presName="parentLeftMargin" presStyleLbl="node1" presStyleIdx="1" presStyleCnt="5"/>
      <dgm:spPr/>
    </dgm:pt>
    <dgm:pt modelId="{44593E22-5F69-4D45-A513-1750F206EF6D}" type="pres">
      <dgm:prSet presAssocID="{5C34FA37-0B3E-9148-844C-179E62BAE43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B0D4558-7E67-C34B-96E2-83FD797F83B3}" type="pres">
      <dgm:prSet presAssocID="{5C34FA37-0B3E-9148-844C-179E62BAE436}" presName="negativeSpace" presStyleCnt="0"/>
      <dgm:spPr/>
    </dgm:pt>
    <dgm:pt modelId="{52C81650-DB61-274E-9727-6F50DA39C824}" type="pres">
      <dgm:prSet presAssocID="{5C34FA37-0B3E-9148-844C-179E62BAE436}" presName="childText" presStyleLbl="conFgAcc1" presStyleIdx="2" presStyleCnt="5">
        <dgm:presLayoutVars>
          <dgm:bulletEnabled val="1"/>
        </dgm:presLayoutVars>
      </dgm:prSet>
      <dgm:spPr/>
    </dgm:pt>
    <dgm:pt modelId="{F672187D-1654-FC4F-996E-0FCAB8AF367B}" type="pres">
      <dgm:prSet presAssocID="{4773B668-84FE-144F-9E3D-40029451AEA1}" presName="spaceBetweenRectangles" presStyleCnt="0"/>
      <dgm:spPr/>
    </dgm:pt>
    <dgm:pt modelId="{F23154D8-FE5A-1C47-AA1C-7921A932BD13}" type="pres">
      <dgm:prSet presAssocID="{0F87109B-21FF-4A2C-BAC1-F7E4F78CBD64}" presName="parentLin" presStyleCnt="0"/>
      <dgm:spPr/>
    </dgm:pt>
    <dgm:pt modelId="{0DE05C48-549A-774C-9C21-63E67AFB47EA}" type="pres">
      <dgm:prSet presAssocID="{0F87109B-21FF-4A2C-BAC1-F7E4F78CBD64}" presName="parentLeftMargin" presStyleLbl="node1" presStyleIdx="2" presStyleCnt="5"/>
      <dgm:spPr/>
    </dgm:pt>
    <dgm:pt modelId="{888A9FD1-3B26-7B41-9DF5-F642758BFD86}" type="pres">
      <dgm:prSet presAssocID="{0F87109B-21FF-4A2C-BAC1-F7E4F78CBD6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AF414E5-EA50-9341-B67C-11BD0801FBB8}" type="pres">
      <dgm:prSet presAssocID="{0F87109B-21FF-4A2C-BAC1-F7E4F78CBD64}" presName="negativeSpace" presStyleCnt="0"/>
      <dgm:spPr/>
    </dgm:pt>
    <dgm:pt modelId="{4AB4D33B-97F5-3043-88BD-36647FFFFDBE}" type="pres">
      <dgm:prSet presAssocID="{0F87109B-21FF-4A2C-BAC1-F7E4F78CBD64}" presName="childText" presStyleLbl="conFgAcc1" presStyleIdx="3" presStyleCnt="5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E45867C3-EA54-7145-B367-DB58AADEDE53}" type="pres">
      <dgm:prSet presAssocID="{E83B679B-592F-4938-B239-FEF77A35FA31}" presName="spaceBetweenRectangles" presStyleCnt="0"/>
      <dgm:spPr/>
    </dgm:pt>
    <dgm:pt modelId="{BECD3C9E-A5E7-8E48-B209-B40DFF365FF2}" type="pres">
      <dgm:prSet presAssocID="{F1DC59FE-FF45-4209-A8B8-39556D71BA99}" presName="parentLin" presStyleCnt="0"/>
      <dgm:spPr/>
    </dgm:pt>
    <dgm:pt modelId="{10627ADD-B29E-7C4A-86DF-BAC51D60141F}" type="pres">
      <dgm:prSet presAssocID="{F1DC59FE-FF45-4209-A8B8-39556D71BA99}" presName="parentLeftMargin" presStyleLbl="node1" presStyleIdx="3" presStyleCnt="5"/>
      <dgm:spPr/>
    </dgm:pt>
    <dgm:pt modelId="{24A5786F-3E6A-F545-92A2-F13381B6AA9A}" type="pres">
      <dgm:prSet presAssocID="{F1DC59FE-FF45-4209-A8B8-39556D71BA9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18C7BB4-0B0A-944F-A756-E36C23AB28E2}" type="pres">
      <dgm:prSet presAssocID="{F1DC59FE-FF45-4209-A8B8-39556D71BA99}" presName="negativeSpace" presStyleCnt="0"/>
      <dgm:spPr/>
    </dgm:pt>
    <dgm:pt modelId="{FD19AF59-2107-F347-9663-CDBAEDB1FE21}" type="pres">
      <dgm:prSet presAssocID="{F1DC59FE-FF45-4209-A8B8-39556D71BA99}" presName="childText" presStyleLbl="conFgAcc1" presStyleIdx="4" presStyleCnt="5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</dgm:ptLst>
  <dgm:cxnLst>
    <dgm:cxn modelId="{F37A651C-CF7E-674B-A40A-F7CCEF03195A}" type="presOf" srcId="{F2D51CD3-2ACD-46B4-BD5A-C07629CE0AE2}" destId="{3A4AF049-9C27-474E-8CCB-0B7B6F370E69}" srcOrd="0" destOrd="0" presId="urn:microsoft.com/office/officeart/2005/8/layout/list1"/>
    <dgm:cxn modelId="{9582DB1F-B158-8449-840D-8794257D17AD}" srcId="{F2D51CD3-2ACD-46B4-BD5A-C07629CE0AE2}" destId="{5C34FA37-0B3E-9148-844C-179E62BAE436}" srcOrd="2" destOrd="0" parTransId="{54416596-D5F6-2242-BC8A-2225B5309CB3}" sibTransId="{4773B668-84FE-144F-9E3D-40029451AEA1}"/>
    <dgm:cxn modelId="{CB1A3121-4391-764E-8AB0-128C72DEDDBB}" type="presOf" srcId="{F1DC59FE-FF45-4209-A8B8-39556D71BA99}" destId="{10627ADD-B29E-7C4A-86DF-BAC51D60141F}" srcOrd="0" destOrd="0" presId="urn:microsoft.com/office/officeart/2005/8/layout/list1"/>
    <dgm:cxn modelId="{06DEAF2F-8F76-8F46-8E4F-4E1FB4C14072}" type="presOf" srcId="{D1D4CA43-529D-C146-93B4-A63AFDEB55B8}" destId="{223C88B1-14FA-FE4A-89F2-4350C1C6EB4A}" srcOrd="0" destOrd="0" presId="urn:microsoft.com/office/officeart/2005/8/layout/list1"/>
    <dgm:cxn modelId="{D387C238-E138-4330-B921-695985B4C3B4}" srcId="{F2D51CD3-2ACD-46B4-BD5A-C07629CE0AE2}" destId="{F1DC59FE-FF45-4209-A8B8-39556D71BA99}" srcOrd="4" destOrd="0" parTransId="{ECF4DA06-25A9-4B59-A30D-627C88778924}" sibTransId="{EF1C7DA0-F2DE-4085-A0C9-6CC6D02B585E}"/>
    <dgm:cxn modelId="{8FCC5840-B982-4CB0-A3C4-F64EF242EDBA}" srcId="{F2D51CD3-2ACD-46B4-BD5A-C07629CE0AE2}" destId="{E584B25D-BFAA-4D37-8B47-F1ACEFBDB8C0}" srcOrd="0" destOrd="0" parTransId="{CAB0A727-EE28-4B58-B54B-F65D023E5793}" sibTransId="{5968C55C-8229-4002-81CA-C3C6C91C1B5F}"/>
    <dgm:cxn modelId="{5308D786-54D9-6348-A8EF-E15FD39160B0}" type="presOf" srcId="{0F87109B-21FF-4A2C-BAC1-F7E4F78CBD64}" destId="{888A9FD1-3B26-7B41-9DF5-F642758BFD86}" srcOrd="1" destOrd="0" presId="urn:microsoft.com/office/officeart/2005/8/layout/list1"/>
    <dgm:cxn modelId="{BC268E88-3735-4A03-8CDF-5347E114993D}" srcId="{F2D51CD3-2ACD-46B4-BD5A-C07629CE0AE2}" destId="{0F87109B-21FF-4A2C-BAC1-F7E4F78CBD64}" srcOrd="3" destOrd="0" parTransId="{4FA7ACA8-2396-4C1E-A634-AD22B45040EF}" sibTransId="{E83B679B-592F-4938-B239-FEF77A35FA31}"/>
    <dgm:cxn modelId="{6FC29A93-328E-304C-BFE3-F5EEC0405880}" type="presOf" srcId="{5C34FA37-0B3E-9148-844C-179E62BAE436}" destId="{44593E22-5F69-4D45-A513-1750F206EF6D}" srcOrd="1" destOrd="0" presId="urn:microsoft.com/office/officeart/2005/8/layout/list1"/>
    <dgm:cxn modelId="{246648AA-3109-9F47-ADA9-E7E0EFA2DB34}" srcId="{F2D51CD3-2ACD-46B4-BD5A-C07629CE0AE2}" destId="{D1D4CA43-529D-C146-93B4-A63AFDEB55B8}" srcOrd="1" destOrd="0" parTransId="{08E3B931-E487-3840-B5B7-8D3F7BD6B06A}" sibTransId="{5D75D338-CDC0-9D47-8EAD-894FC16C0EBB}"/>
    <dgm:cxn modelId="{7375CCB4-4408-FA4C-ADA0-46790EBDEBBC}" type="presOf" srcId="{E584B25D-BFAA-4D37-8B47-F1ACEFBDB8C0}" destId="{8396FB74-1426-574F-9E4D-5F049A8A4143}" srcOrd="1" destOrd="0" presId="urn:microsoft.com/office/officeart/2005/8/layout/list1"/>
    <dgm:cxn modelId="{584953BB-03E4-A349-A49F-CF9EBB2FC2A3}" type="presOf" srcId="{F1DC59FE-FF45-4209-A8B8-39556D71BA99}" destId="{24A5786F-3E6A-F545-92A2-F13381B6AA9A}" srcOrd="1" destOrd="0" presId="urn:microsoft.com/office/officeart/2005/8/layout/list1"/>
    <dgm:cxn modelId="{773F19CA-E40B-9C41-8974-E2D42F1C72CA}" type="presOf" srcId="{0F87109B-21FF-4A2C-BAC1-F7E4F78CBD64}" destId="{0DE05C48-549A-774C-9C21-63E67AFB47EA}" srcOrd="0" destOrd="0" presId="urn:microsoft.com/office/officeart/2005/8/layout/list1"/>
    <dgm:cxn modelId="{8CC346CA-6A3A-B54C-BA0A-B10FA76A6C27}" type="presOf" srcId="{5C34FA37-0B3E-9148-844C-179E62BAE436}" destId="{C356DEF6-32EA-8140-BFD7-8D018BA903E0}" srcOrd="0" destOrd="0" presId="urn:microsoft.com/office/officeart/2005/8/layout/list1"/>
    <dgm:cxn modelId="{430893D1-E409-D643-BF1D-BF46C26D7CB7}" type="presOf" srcId="{E584B25D-BFAA-4D37-8B47-F1ACEFBDB8C0}" destId="{30F0AA1F-D50B-844A-AAF0-64CB8479735F}" srcOrd="0" destOrd="0" presId="urn:microsoft.com/office/officeart/2005/8/layout/list1"/>
    <dgm:cxn modelId="{C9323DEA-365C-DE41-BA06-263B2A1225F8}" type="presOf" srcId="{D1D4CA43-529D-C146-93B4-A63AFDEB55B8}" destId="{178CB2BA-C83E-2A4E-9496-A56153DB2EA0}" srcOrd="1" destOrd="0" presId="urn:microsoft.com/office/officeart/2005/8/layout/list1"/>
    <dgm:cxn modelId="{BDF90133-3F10-614A-B250-C46B811E8A1E}" type="presParOf" srcId="{3A4AF049-9C27-474E-8CCB-0B7B6F370E69}" destId="{40936127-DC26-4D44-AEFC-CB2948DCA8BE}" srcOrd="0" destOrd="0" presId="urn:microsoft.com/office/officeart/2005/8/layout/list1"/>
    <dgm:cxn modelId="{E5EACF63-AACE-4E4C-AAE1-1811C8AE64AE}" type="presParOf" srcId="{40936127-DC26-4D44-AEFC-CB2948DCA8BE}" destId="{30F0AA1F-D50B-844A-AAF0-64CB8479735F}" srcOrd="0" destOrd="0" presId="urn:microsoft.com/office/officeart/2005/8/layout/list1"/>
    <dgm:cxn modelId="{AF291F21-6219-AE4F-B11F-581CBB0396C3}" type="presParOf" srcId="{40936127-DC26-4D44-AEFC-CB2948DCA8BE}" destId="{8396FB74-1426-574F-9E4D-5F049A8A4143}" srcOrd="1" destOrd="0" presId="urn:microsoft.com/office/officeart/2005/8/layout/list1"/>
    <dgm:cxn modelId="{777E731D-1CFF-0A48-B6D2-11B377B90634}" type="presParOf" srcId="{3A4AF049-9C27-474E-8CCB-0B7B6F370E69}" destId="{0635376E-6E73-CC4E-836D-EF0E504B7DE6}" srcOrd="1" destOrd="0" presId="urn:microsoft.com/office/officeart/2005/8/layout/list1"/>
    <dgm:cxn modelId="{10648145-0509-5644-A351-B711038FEBB5}" type="presParOf" srcId="{3A4AF049-9C27-474E-8CCB-0B7B6F370E69}" destId="{A4CF5BC4-A6EF-6D41-8152-33875E8690C2}" srcOrd="2" destOrd="0" presId="urn:microsoft.com/office/officeart/2005/8/layout/list1"/>
    <dgm:cxn modelId="{DC7E7653-748F-144A-9818-85D8C1A29AC5}" type="presParOf" srcId="{3A4AF049-9C27-474E-8CCB-0B7B6F370E69}" destId="{740E42C5-1A60-744D-B0BA-3FBCFE0CD9BB}" srcOrd="3" destOrd="0" presId="urn:microsoft.com/office/officeart/2005/8/layout/list1"/>
    <dgm:cxn modelId="{8E4CE9FB-A493-C740-BFBA-75DA3BCDC2DE}" type="presParOf" srcId="{3A4AF049-9C27-474E-8CCB-0B7B6F370E69}" destId="{078F5207-BF00-7A48-8F04-53E9DEB94255}" srcOrd="4" destOrd="0" presId="urn:microsoft.com/office/officeart/2005/8/layout/list1"/>
    <dgm:cxn modelId="{8D84044B-1150-7546-BFF7-30713FADA327}" type="presParOf" srcId="{078F5207-BF00-7A48-8F04-53E9DEB94255}" destId="{223C88B1-14FA-FE4A-89F2-4350C1C6EB4A}" srcOrd="0" destOrd="0" presId="urn:microsoft.com/office/officeart/2005/8/layout/list1"/>
    <dgm:cxn modelId="{05DC9FDB-0EE3-2749-8F31-7075A65F397A}" type="presParOf" srcId="{078F5207-BF00-7A48-8F04-53E9DEB94255}" destId="{178CB2BA-C83E-2A4E-9496-A56153DB2EA0}" srcOrd="1" destOrd="0" presId="urn:microsoft.com/office/officeart/2005/8/layout/list1"/>
    <dgm:cxn modelId="{BEE0E047-55CD-FC4B-8806-868D346C8C3B}" type="presParOf" srcId="{3A4AF049-9C27-474E-8CCB-0B7B6F370E69}" destId="{FD2EA619-A60E-0F42-8F59-51695B7F6BFC}" srcOrd="5" destOrd="0" presId="urn:microsoft.com/office/officeart/2005/8/layout/list1"/>
    <dgm:cxn modelId="{2B77F8AC-3B9D-0643-ADB6-0E6115541A6D}" type="presParOf" srcId="{3A4AF049-9C27-474E-8CCB-0B7B6F370E69}" destId="{74E40758-3C74-0647-8297-CA9F937D30AD}" srcOrd="6" destOrd="0" presId="urn:microsoft.com/office/officeart/2005/8/layout/list1"/>
    <dgm:cxn modelId="{65AC1954-CD80-544B-B0A9-436F48DC83B6}" type="presParOf" srcId="{3A4AF049-9C27-474E-8CCB-0B7B6F370E69}" destId="{500F88BB-9E1D-5443-93AC-FFFBC09254EF}" srcOrd="7" destOrd="0" presId="urn:microsoft.com/office/officeart/2005/8/layout/list1"/>
    <dgm:cxn modelId="{78811AF0-507F-B140-975B-5325BFB6D322}" type="presParOf" srcId="{3A4AF049-9C27-474E-8CCB-0B7B6F370E69}" destId="{ECBDC789-7C3B-7D41-B632-A071A3F9EB10}" srcOrd="8" destOrd="0" presId="urn:microsoft.com/office/officeart/2005/8/layout/list1"/>
    <dgm:cxn modelId="{E263FCB0-6E6A-8041-8971-151F166C766F}" type="presParOf" srcId="{ECBDC789-7C3B-7D41-B632-A071A3F9EB10}" destId="{C356DEF6-32EA-8140-BFD7-8D018BA903E0}" srcOrd="0" destOrd="0" presId="urn:microsoft.com/office/officeart/2005/8/layout/list1"/>
    <dgm:cxn modelId="{106307BC-1049-EC44-8F3A-A67A020F1FC7}" type="presParOf" srcId="{ECBDC789-7C3B-7D41-B632-A071A3F9EB10}" destId="{44593E22-5F69-4D45-A513-1750F206EF6D}" srcOrd="1" destOrd="0" presId="urn:microsoft.com/office/officeart/2005/8/layout/list1"/>
    <dgm:cxn modelId="{D38FDECB-D7B7-F947-833B-FD987C13A39D}" type="presParOf" srcId="{3A4AF049-9C27-474E-8CCB-0B7B6F370E69}" destId="{EB0D4558-7E67-C34B-96E2-83FD797F83B3}" srcOrd="9" destOrd="0" presId="urn:microsoft.com/office/officeart/2005/8/layout/list1"/>
    <dgm:cxn modelId="{3DF0FD87-7011-B241-BC7D-D8C4EA7F6429}" type="presParOf" srcId="{3A4AF049-9C27-474E-8CCB-0B7B6F370E69}" destId="{52C81650-DB61-274E-9727-6F50DA39C824}" srcOrd="10" destOrd="0" presId="urn:microsoft.com/office/officeart/2005/8/layout/list1"/>
    <dgm:cxn modelId="{EAEBFB72-B35C-144A-B7AF-3FDE0A910052}" type="presParOf" srcId="{3A4AF049-9C27-474E-8CCB-0B7B6F370E69}" destId="{F672187D-1654-FC4F-996E-0FCAB8AF367B}" srcOrd="11" destOrd="0" presId="urn:microsoft.com/office/officeart/2005/8/layout/list1"/>
    <dgm:cxn modelId="{74B7E539-1A93-2542-9BA1-B746E3E1EA2E}" type="presParOf" srcId="{3A4AF049-9C27-474E-8CCB-0B7B6F370E69}" destId="{F23154D8-FE5A-1C47-AA1C-7921A932BD13}" srcOrd="12" destOrd="0" presId="urn:microsoft.com/office/officeart/2005/8/layout/list1"/>
    <dgm:cxn modelId="{00C7D8C6-2EA4-C546-AB1E-6242433E6771}" type="presParOf" srcId="{F23154D8-FE5A-1C47-AA1C-7921A932BD13}" destId="{0DE05C48-549A-774C-9C21-63E67AFB47EA}" srcOrd="0" destOrd="0" presId="urn:microsoft.com/office/officeart/2005/8/layout/list1"/>
    <dgm:cxn modelId="{02EB8CF6-3678-144F-89DA-04330A08DB22}" type="presParOf" srcId="{F23154D8-FE5A-1C47-AA1C-7921A932BD13}" destId="{888A9FD1-3B26-7B41-9DF5-F642758BFD86}" srcOrd="1" destOrd="0" presId="urn:microsoft.com/office/officeart/2005/8/layout/list1"/>
    <dgm:cxn modelId="{2C5EF4FE-415C-C447-B88F-A63B1AE751AD}" type="presParOf" srcId="{3A4AF049-9C27-474E-8CCB-0B7B6F370E69}" destId="{0AF414E5-EA50-9341-B67C-11BD0801FBB8}" srcOrd="13" destOrd="0" presId="urn:microsoft.com/office/officeart/2005/8/layout/list1"/>
    <dgm:cxn modelId="{4CDB4BE3-F4DE-1143-A314-CB1FAFD28F6B}" type="presParOf" srcId="{3A4AF049-9C27-474E-8CCB-0B7B6F370E69}" destId="{4AB4D33B-97F5-3043-88BD-36647FFFFDBE}" srcOrd="14" destOrd="0" presId="urn:microsoft.com/office/officeart/2005/8/layout/list1"/>
    <dgm:cxn modelId="{F645BAB1-90EC-0E43-A0D2-43052A2480DE}" type="presParOf" srcId="{3A4AF049-9C27-474E-8CCB-0B7B6F370E69}" destId="{E45867C3-EA54-7145-B367-DB58AADEDE53}" srcOrd="15" destOrd="0" presId="urn:microsoft.com/office/officeart/2005/8/layout/list1"/>
    <dgm:cxn modelId="{0B04C445-B121-894A-9D92-BB1A439E255D}" type="presParOf" srcId="{3A4AF049-9C27-474E-8CCB-0B7B6F370E69}" destId="{BECD3C9E-A5E7-8E48-B209-B40DFF365FF2}" srcOrd="16" destOrd="0" presId="urn:microsoft.com/office/officeart/2005/8/layout/list1"/>
    <dgm:cxn modelId="{819B5200-08A9-8340-A0DE-881F2DBA4581}" type="presParOf" srcId="{BECD3C9E-A5E7-8E48-B209-B40DFF365FF2}" destId="{10627ADD-B29E-7C4A-86DF-BAC51D60141F}" srcOrd="0" destOrd="0" presId="urn:microsoft.com/office/officeart/2005/8/layout/list1"/>
    <dgm:cxn modelId="{63D5EAE7-DEAF-8047-A20B-914376CFFEB6}" type="presParOf" srcId="{BECD3C9E-A5E7-8E48-B209-B40DFF365FF2}" destId="{24A5786F-3E6A-F545-92A2-F13381B6AA9A}" srcOrd="1" destOrd="0" presId="urn:microsoft.com/office/officeart/2005/8/layout/list1"/>
    <dgm:cxn modelId="{C77CF8FE-5B35-FB4C-A6EC-575F3430AF01}" type="presParOf" srcId="{3A4AF049-9C27-474E-8CCB-0B7B6F370E69}" destId="{018C7BB4-0B0A-944F-A756-E36C23AB28E2}" srcOrd="17" destOrd="0" presId="urn:microsoft.com/office/officeart/2005/8/layout/list1"/>
    <dgm:cxn modelId="{F614A5C4-87F7-4440-9A58-ECF4E7C436C1}" type="presParOf" srcId="{3A4AF049-9C27-474E-8CCB-0B7B6F370E69}" destId="{FD19AF59-2107-F347-9663-CDBAEDB1FE21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95A4B5-0CB2-4DF0-8354-39C164D892F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56A6A15-A5B9-482C-9B31-3EA1D9F28892}">
      <dgm:prSet/>
      <dgm:spPr/>
      <dgm:t>
        <a:bodyPr/>
        <a:lstStyle/>
        <a:p>
          <a:pPr>
            <a:defRPr cap="all"/>
          </a:pPr>
          <a:r>
            <a:rPr lang="en-US"/>
            <a:t>Use revtools screening tools</a:t>
          </a:r>
        </a:p>
      </dgm:t>
    </dgm:pt>
    <dgm:pt modelId="{FCC3BDF5-9410-40EA-87A9-F0FC99613099}" type="parTrans" cxnId="{9BA5EC0B-20FB-4DE5-8FCF-F8AD971156F6}">
      <dgm:prSet/>
      <dgm:spPr/>
      <dgm:t>
        <a:bodyPr/>
        <a:lstStyle/>
        <a:p>
          <a:endParaRPr lang="en-US"/>
        </a:p>
      </dgm:t>
    </dgm:pt>
    <dgm:pt modelId="{F281DA26-67C0-494F-9DA6-FF8AC604DD4E}" type="sibTrans" cxnId="{9BA5EC0B-20FB-4DE5-8FCF-F8AD971156F6}">
      <dgm:prSet/>
      <dgm:spPr/>
      <dgm:t>
        <a:bodyPr/>
        <a:lstStyle/>
        <a:p>
          <a:endParaRPr lang="en-US"/>
        </a:p>
      </dgm:t>
    </dgm:pt>
    <dgm:pt modelId="{8E8561A2-798D-4EFB-A60C-F9499EE192AE}">
      <dgm:prSet/>
      <dgm:spPr/>
      <dgm:t>
        <a:bodyPr/>
        <a:lstStyle/>
        <a:p>
          <a:pPr>
            <a:defRPr cap="all"/>
          </a:pPr>
          <a:r>
            <a:rPr lang="en-US"/>
            <a:t>Simple graphical interfaces</a:t>
          </a:r>
        </a:p>
      </dgm:t>
    </dgm:pt>
    <dgm:pt modelId="{9215FBEC-2779-4DDD-9A8F-EF17BCB88456}" type="parTrans" cxnId="{4F55F022-6D49-4646-B6EB-0BBF862D91C2}">
      <dgm:prSet/>
      <dgm:spPr/>
      <dgm:t>
        <a:bodyPr/>
        <a:lstStyle/>
        <a:p>
          <a:endParaRPr lang="en-US"/>
        </a:p>
      </dgm:t>
    </dgm:pt>
    <dgm:pt modelId="{D5B56730-9800-45CD-85C3-7EC767ACF2E2}" type="sibTrans" cxnId="{4F55F022-6D49-4646-B6EB-0BBF862D91C2}">
      <dgm:prSet/>
      <dgm:spPr/>
      <dgm:t>
        <a:bodyPr/>
        <a:lstStyle/>
        <a:p>
          <a:endParaRPr lang="en-US"/>
        </a:p>
      </dgm:t>
    </dgm:pt>
    <dgm:pt modelId="{F7EA6957-0C62-4CD8-B122-B838119B6E14}">
      <dgm:prSet/>
      <dgm:spPr/>
      <dgm:t>
        <a:bodyPr/>
        <a:lstStyle/>
        <a:p>
          <a:pPr>
            <a:defRPr cap="all"/>
          </a:pPr>
          <a:r>
            <a:rPr lang="en-US"/>
            <a:t>Quick decision making</a:t>
          </a:r>
        </a:p>
      </dgm:t>
    </dgm:pt>
    <dgm:pt modelId="{7A70946B-11DD-47B2-BC37-4032D4526310}" type="parTrans" cxnId="{80647966-47FD-41E7-8B4C-94CF8EEB002A}">
      <dgm:prSet/>
      <dgm:spPr/>
      <dgm:t>
        <a:bodyPr/>
        <a:lstStyle/>
        <a:p>
          <a:endParaRPr lang="en-US"/>
        </a:p>
      </dgm:t>
    </dgm:pt>
    <dgm:pt modelId="{31E272DB-6F21-476B-B817-7B13E398C6B0}" type="sibTrans" cxnId="{80647966-47FD-41E7-8B4C-94CF8EEB002A}">
      <dgm:prSet/>
      <dgm:spPr/>
      <dgm:t>
        <a:bodyPr/>
        <a:lstStyle/>
        <a:p>
          <a:endParaRPr lang="en-US"/>
        </a:p>
      </dgm:t>
    </dgm:pt>
    <dgm:pt modelId="{9E0EA0E9-F70C-497E-8509-93643CE34640}">
      <dgm:prSet/>
      <dgm:spPr/>
      <dgm:t>
        <a:bodyPr/>
        <a:lstStyle/>
        <a:p>
          <a:pPr>
            <a:defRPr cap="all"/>
          </a:pPr>
          <a:r>
            <a:rPr lang="en-US"/>
            <a:t>Export screening results</a:t>
          </a:r>
        </a:p>
      </dgm:t>
    </dgm:pt>
    <dgm:pt modelId="{E97D2C26-4F5C-4D3A-BAFC-CAFF729E97F6}" type="parTrans" cxnId="{C76884BC-5CE4-4D75-9355-A17F747443D0}">
      <dgm:prSet/>
      <dgm:spPr/>
      <dgm:t>
        <a:bodyPr/>
        <a:lstStyle/>
        <a:p>
          <a:endParaRPr lang="en-US"/>
        </a:p>
      </dgm:t>
    </dgm:pt>
    <dgm:pt modelId="{42EAA600-53E5-4589-A63E-C30C6BFB79F2}" type="sibTrans" cxnId="{C76884BC-5CE4-4D75-9355-A17F747443D0}">
      <dgm:prSet/>
      <dgm:spPr/>
      <dgm:t>
        <a:bodyPr/>
        <a:lstStyle/>
        <a:p>
          <a:endParaRPr lang="en-US"/>
        </a:p>
      </dgm:t>
    </dgm:pt>
    <dgm:pt modelId="{4813C493-973E-4D83-945F-BB9D24B292E2}" type="pres">
      <dgm:prSet presAssocID="{0595A4B5-0CB2-4DF0-8354-39C164D892F7}" presName="root" presStyleCnt="0">
        <dgm:presLayoutVars>
          <dgm:dir/>
          <dgm:resizeHandles val="exact"/>
        </dgm:presLayoutVars>
      </dgm:prSet>
      <dgm:spPr/>
    </dgm:pt>
    <dgm:pt modelId="{5D2E566E-7F51-47EC-8331-DEA34C1278F6}" type="pres">
      <dgm:prSet presAssocID="{F56A6A15-A5B9-482C-9B31-3EA1D9F28892}" presName="compNode" presStyleCnt="0"/>
      <dgm:spPr/>
    </dgm:pt>
    <dgm:pt modelId="{29397B51-C760-4C7D-AA48-2CA045AAF293}" type="pres">
      <dgm:prSet presAssocID="{F56A6A15-A5B9-482C-9B31-3EA1D9F28892}" presName="iconBgRect" presStyleLbl="bgShp" presStyleIdx="0" presStyleCnt="4"/>
      <dgm:spPr/>
    </dgm:pt>
    <dgm:pt modelId="{9EB479F6-876A-4F83-B6A5-C3F7E20C09EC}" type="pres">
      <dgm:prSet presAssocID="{F56A6A15-A5B9-482C-9B31-3EA1D9F2889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BCA8E611-BA5A-48BF-B564-E683682BB47D}" type="pres">
      <dgm:prSet presAssocID="{F56A6A15-A5B9-482C-9B31-3EA1D9F28892}" presName="spaceRect" presStyleCnt="0"/>
      <dgm:spPr/>
    </dgm:pt>
    <dgm:pt modelId="{CE49C3F8-A03C-4528-A5A0-D2439D9205E8}" type="pres">
      <dgm:prSet presAssocID="{F56A6A15-A5B9-482C-9B31-3EA1D9F28892}" presName="textRect" presStyleLbl="revTx" presStyleIdx="0" presStyleCnt="4">
        <dgm:presLayoutVars>
          <dgm:chMax val="1"/>
          <dgm:chPref val="1"/>
        </dgm:presLayoutVars>
      </dgm:prSet>
      <dgm:spPr/>
    </dgm:pt>
    <dgm:pt modelId="{1B44697E-0F52-4472-94E9-2F9E02003D5E}" type="pres">
      <dgm:prSet presAssocID="{F281DA26-67C0-494F-9DA6-FF8AC604DD4E}" presName="sibTrans" presStyleCnt="0"/>
      <dgm:spPr/>
    </dgm:pt>
    <dgm:pt modelId="{2176154B-6248-47C7-B8C6-1CA4BEF397B1}" type="pres">
      <dgm:prSet presAssocID="{8E8561A2-798D-4EFB-A60C-F9499EE192AE}" presName="compNode" presStyleCnt="0"/>
      <dgm:spPr/>
    </dgm:pt>
    <dgm:pt modelId="{47137DB6-DA16-4867-BE81-8FDD4B719550}" type="pres">
      <dgm:prSet presAssocID="{8E8561A2-798D-4EFB-A60C-F9499EE192AE}" presName="iconBgRect" presStyleLbl="bgShp" presStyleIdx="1" presStyleCnt="4"/>
      <dgm:spPr/>
    </dgm:pt>
    <dgm:pt modelId="{CB41C761-8204-47A7-9E7C-BECC47369A08}" type="pres">
      <dgm:prSet presAssocID="{8E8561A2-798D-4EFB-A60C-F9499EE192A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797F21A-ABE9-4684-AEF1-E4BE2E39B432}" type="pres">
      <dgm:prSet presAssocID="{8E8561A2-798D-4EFB-A60C-F9499EE192AE}" presName="spaceRect" presStyleCnt="0"/>
      <dgm:spPr/>
    </dgm:pt>
    <dgm:pt modelId="{C58B44F1-95E6-4DBF-9DD7-39E67E481D78}" type="pres">
      <dgm:prSet presAssocID="{8E8561A2-798D-4EFB-A60C-F9499EE192AE}" presName="textRect" presStyleLbl="revTx" presStyleIdx="1" presStyleCnt="4">
        <dgm:presLayoutVars>
          <dgm:chMax val="1"/>
          <dgm:chPref val="1"/>
        </dgm:presLayoutVars>
      </dgm:prSet>
      <dgm:spPr/>
    </dgm:pt>
    <dgm:pt modelId="{2EA4CE08-EF06-413B-AA56-293B6DF4863D}" type="pres">
      <dgm:prSet presAssocID="{D5B56730-9800-45CD-85C3-7EC767ACF2E2}" presName="sibTrans" presStyleCnt="0"/>
      <dgm:spPr/>
    </dgm:pt>
    <dgm:pt modelId="{59A26EA9-F072-4B11-BF0A-553D5991CDED}" type="pres">
      <dgm:prSet presAssocID="{F7EA6957-0C62-4CD8-B122-B838119B6E14}" presName="compNode" presStyleCnt="0"/>
      <dgm:spPr/>
    </dgm:pt>
    <dgm:pt modelId="{D7306BEE-D4F2-49AE-ACFB-C09CBCB1D890}" type="pres">
      <dgm:prSet presAssocID="{F7EA6957-0C62-4CD8-B122-B838119B6E14}" presName="iconBgRect" presStyleLbl="bgShp" presStyleIdx="2" presStyleCnt="4"/>
      <dgm:spPr/>
    </dgm:pt>
    <dgm:pt modelId="{55598617-A5E5-4A6D-919A-FFD07570FE93}" type="pres">
      <dgm:prSet presAssocID="{F7EA6957-0C62-4CD8-B122-B838119B6E1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1EBCA40-25E8-4BF1-8D9A-7ED66161A5B6}" type="pres">
      <dgm:prSet presAssocID="{F7EA6957-0C62-4CD8-B122-B838119B6E14}" presName="spaceRect" presStyleCnt="0"/>
      <dgm:spPr/>
    </dgm:pt>
    <dgm:pt modelId="{D3855F6D-9E7A-432B-8425-E523FDE127EC}" type="pres">
      <dgm:prSet presAssocID="{F7EA6957-0C62-4CD8-B122-B838119B6E14}" presName="textRect" presStyleLbl="revTx" presStyleIdx="2" presStyleCnt="4">
        <dgm:presLayoutVars>
          <dgm:chMax val="1"/>
          <dgm:chPref val="1"/>
        </dgm:presLayoutVars>
      </dgm:prSet>
      <dgm:spPr/>
    </dgm:pt>
    <dgm:pt modelId="{E4D84B39-7FD4-4EC0-B239-272F460B0866}" type="pres">
      <dgm:prSet presAssocID="{31E272DB-6F21-476B-B817-7B13E398C6B0}" presName="sibTrans" presStyleCnt="0"/>
      <dgm:spPr/>
    </dgm:pt>
    <dgm:pt modelId="{A14D9E8E-F4C3-4EFF-A73D-5790FD81C138}" type="pres">
      <dgm:prSet presAssocID="{9E0EA0E9-F70C-497E-8509-93643CE34640}" presName="compNode" presStyleCnt="0"/>
      <dgm:spPr/>
    </dgm:pt>
    <dgm:pt modelId="{C3AF01B5-CBD6-4BE0-A45A-BB0882296E55}" type="pres">
      <dgm:prSet presAssocID="{9E0EA0E9-F70C-497E-8509-93643CE34640}" presName="iconBgRect" presStyleLbl="bgShp" presStyleIdx="3" presStyleCnt="4"/>
      <dgm:spPr/>
    </dgm:pt>
    <dgm:pt modelId="{F1527977-C4EE-4BC1-8B23-64ACD4BEB3BC}" type="pres">
      <dgm:prSet presAssocID="{9E0EA0E9-F70C-497E-8509-93643CE3464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94DC1AE3-0A33-4613-8364-F0E3B88D36E0}" type="pres">
      <dgm:prSet presAssocID="{9E0EA0E9-F70C-497E-8509-93643CE34640}" presName="spaceRect" presStyleCnt="0"/>
      <dgm:spPr/>
    </dgm:pt>
    <dgm:pt modelId="{C9F72EA7-1ED9-4028-89DD-754038DF83B3}" type="pres">
      <dgm:prSet presAssocID="{9E0EA0E9-F70C-497E-8509-93643CE3464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BA5EC0B-20FB-4DE5-8FCF-F8AD971156F6}" srcId="{0595A4B5-0CB2-4DF0-8354-39C164D892F7}" destId="{F56A6A15-A5B9-482C-9B31-3EA1D9F28892}" srcOrd="0" destOrd="0" parTransId="{FCC3BDF5-9410-40EA-87A9-F0FC99613099}" sibTransId="{F281DA26-67C0-494F-9DA6-FF8AC604DD4E}"/>
    <dgm:cxn modelId="{4F55F022-6D49-4646-B6EB-0BBF862D91C2}" srcId="{0595A4B5-0CB2-4DF0-8354-39C164D892F7}" destId="{8E8561A2-798D-4EFB-A60C-F9499EE192AE}" srcOrd="1" destOrd="0" parTransId="{9215FBEC-2779-4DDD-9A8F-EF17BCB88456}" sibTransId="{D5B56730-9800-45CD-85C3-7EC767ACF2E2}"/>
    <dgm:cxn modelId="{08DD2A4B-55D1-4FE9-8DA2-390188FED617}" type="presOf" srcId="{F7EA6957-0C62-4CD8-B122-B838119B6E14}" destId="{D3855F6D-9E7A-432B-8425-E523FDE127EC}" srcOrd="0" destOrd="0" presId="urn:microsoft.com/office/officeart/2018/5/layout/IconCircleLabelList"/>
    <dgm:cxn modelId="{80647966-47FD-41E7-8B4C-94CF8EEB002A}" srcId="{0595A4B5-0CB2-4DF0-8354-39C164D892F7}" destId="{F7EA6957-0C62-4CD8-B122-B838119B6E14}" srcOrd="2" destOrd="0" parTransId="{7A70946B-11DD-47B2-BC37-4032D4526310}" sibTransId="{31E272DB-6F21-476B-B817-7B13E398C6B0}"/>
    <dgm:cxn modelId="{B21AAB69-356A-4302-A155-5A0972E65A20}" type="presOf" srcId="{F56A6A15-A5B9-482C-9B31-3EA1D9F28892}" destId="{CE49C3F8-A03C-4528-A5A0-D2439D9205E8}" srcOrd="0" destOrd="0" presId="urn:microsoft.com/office/officeart/2018/5/layout/IconCircleLabelList"/>
    <dgm:cxn modelId="{04DC7EA3-4ADF-4812-8816-1C8DD319B043}" type="presOf" srcId="{9E0EA0E9-F70C-497E-8509-93643CE34640}" destId="{C9F72EA7-1ED9-4028-89DD-754038DF83B3}" srcOrd="0" destOrd="0" presId="urn:microsoft.com/office/officeart/2018/5/layout/IconCircleLabelList"/>
    <dgm:cxn modelId="{78FF15AD-A035-4ED9-8AFB-FC86533E63AB}" type="presOf" srcId="{0595A4B5-0CB2-4DF0-8354-39C164D892F7}" destId="{4813C493-973E-4D83-945F-BB9D24B292E2}" srcOrd="0" destOrd="0" presId="urn:microsoft.com/office/officeart/2018/5/layout/IconCircleLabelList"/>
    <dgm:cxn modelId="{165605BB-EF0F-4E86-81BA-EBDAAFB81574}" type="presOf" srcId="{8E8561A2-798D-4EFB-A60C-F9499EE192AE}" destId="{C58B44F1-95E6-4DBF-9DD7-39E67E481D78}" srcOrd="0" destOrd="0" presId="urn:microsoft.com/office/officeart/2018/5/layout/IconCircleLabelList"/>
    <dgm:cxn modelId="{C76884BC-5CE4-4D75-9355-A17F747443D0}" srcId="{0595A4B5-0CB2-4DF0-8354-39C164D892F7}" destId="{9E0EA0E9-F70C-497E-8509-93643CE34640}" srcOrd="3" destOrd="0" parTransId="{E97D2C26-4F5C-4D3A-BAFC-CAFF729E97F6}" sibTransId="{42EAA600-53E5-4589-A63E-C30C6BFB79F2}"/>
    <dgm:cxn modelId="{8DF874CE-004B-46CC-9B94-E2C145A0C7B9}" type="presParOf" srcId="{4813C493-973E-4D83-945F-BB9D24B292E2}" destId="{5D2E566E-7F51-47EC-8331-DEA34C1278F6}" srcOrd="0" destOrd="0" presId="urn:microsoft.com/office/officeart/2018/5/layout/IconCircleLabelList"/>
    <dgm:cxn modelId="{41C0E6A6-57DE-45C8-9900-909A18805807}" type="presParOf" srcId="{5D2E566E-7F51-47EC-8331-DEA34C1278F6}" destId="{29397B51-C760-4C7D-AA48-2CA045AAF293}" srcOrd="0" destOrd="0" presId="urn:microsoft.com/office/officeart/2018/5/layout/IconCircleLabelList"/>
    <dgm:cxn modelId="{3487D78A-E95C-4740-B2D3-067CFFC008FD}" type="presParOf" srcId="{5D2E566E-7F51-47EC-8331-DEA34C1278F6}" destId="{9EB479F6-876A-4F83-B6A5-C3F7E20C09EC}" srcOrd="1" destOrd="0" presId="urn:microsoft.com/office/officeart/2018/5/layout/IconCircleLabelList"/>
    <dgm:cxn modelId="{31D502CE-2E00-48B7-8657-99F7CA575112}" type="presParOf" srcId="{5D2E566E-7F51-47EC-8331-DEA34C1278F6}" destId="{BCA8E611-BA5A-48BF-B564-E683682BB47D}" srcOrd="2" destOrd="0" presId="urn:microsoft.com/office/officeart/2018/5/layout/IconCircleLabelList"/>
    <dgm:cxn modelId="{B476EB97-C827-4345-94B9-9CB1455893E4}" type="presParOf" srcId="{5D2E566E-7F51-47EC-8331-DEA34C1278F6}" destId="{CE49C3F8-A03C-4528-A5A0-D2439D9205E8}" srcOrd="3" destOrd="0" presId="urn:microsoft.com/office/officeart/2018/5/layout/IconCircleLabelList"/>
    <dgm:cxn modelId="{AD030B3F-1030-4622-A0A1-4D2462259DC4}" type="presParOf" srcId="{4813C493-973E-4D83-945F-BB9D24B292E2}" destId="{1B44697E-0F52-4472-94E9-2F9E02003D5E}" srcOrd="1" destOrd="0" presId="urn:microsoft.com/office/officeart/2018/5/layout/IconCircleLabelList"/>
    <dgm:cxn modelId="{0BE70A13-2C0B-4CEF-8437-3B5AD601048F}" type="presParOf" srcId="{4813C493-973E-4D83-945F-BB9D24B292E2}" destId="{2176154B-6248-47C7-B8C6-1CA4BEF397B1}" srcOrd="2" destOrd="0" presId="urn:microsoft.com/office/officeart/2018/5/layout/IconCircleLabelList"/>
    <dgm:cxn modelId="{47B45FFE-543E-4DC6-81E6-9CE885147BB6}" type="presParOf" srcId="{2176154B-6248-47C7-B8C6-1CA4BEF397B1}" destId="{47137DB6-DA16-4867-BE81-8FDD4B719550}" srcOrd="0" destOrd="0" presId="urn:microsoft.com/office/officeart/2018/5/layout/IconCircleLabelList"/>
    <dgm:cxn modelId="{DFDE805C-8D57-4D05-B410-DFCBB9AE1414}" type="presParOf" srcId="{2176154B-6248-47C7-B8C6-1CA4BEF397B1}" destId="{CB41C761-8204-47A7-9E7C-BECC47369A08}" srcOrd="1" destOrd="0" presId="urn:microsoft.com/office/officeart/2018/5/layout/IconCircleLabelList"/>
    <dgm:cxn modelId="{0AA6AD9B-172D-46CE-8E7A-C907210A4107}" type="presParOf" srcId="{2176154B-6248-47C7-B8C6-1CA4BEF397B1}" destId="{3797F21A-ABE9-4684-AEF1-E4BE2E39B432}" srcOrd="2" destOrd="0" presId="urn:microsoft.com/office/officeart/2018/5/layout/IconCircleLabelList"/>
    <dgm:cxn modelId="{9A7C9757-1B5B-41AF-BF85-074591E27397}" type="presParOf" srcId="{2176154B-6248-47C7-B8C6-1CA4BEF397B1}" destId="{C58B44F1-95E6-4DBF-9DD7-39E67E481D78}" srcOrd="3" destOrd="0" presId="urn:microsoft.com/office/officeart/2018/5/layout/IconCircleLabelList"/>
    <dgm:cxn modelId="{B9D2D4F8-44E5-43BC-82CF-67407214F3DC}" type="presParOf" srcId="{4813C493-973E-4D83-945F-BB9D24B292E2}" destId="{2EA4CE08-EF06-413B-AA56-293B6DF4863D}" srcOrd="3" destOrd="0" presId="urn:microsoft.com/office/officeart/2018/5/layout/IconCircleLabelList"/>
    <dgm:cxn modelId="{3FCB28BF-2877-4A26-A350-B501FBD2D066}" type="presParOf" srcId="{4813C493-973E-4D83-945F-BB9D24B292E2}" destId="{59A26EA9-F072-4B11-BF0A-553D5991CDED}" srcOrd="4" destOrd="0" presId="urn:microsoft.com/office/officeart/2018/5/layout/IconCircleLabelList"/>
    <dgm:cxn modelId="{83B2FB37-9CCC-4DE1-A47C-3742E9B3AE39}" type="presParOf" srcId="{59A26EA9-F072-4B11-BF0A-553D5991CDED}" destId="{D7306BEE-D4F2-49AE-ACFB-C09CBCB1D890}" srcOrd="0" destOrd="0" presId="urn:microsoft.com/office/officeart/2018/5/layout/IconCircleLabelList"/>
    <dgm:cxn modelId="{524A4D9B-95F4-4364-AE42-0971C7E27057}" type="presParOf" srcId="{59A26EA9-F072-4B11-BF0A-553D5991CDED}" destId="{55598617-A5E5-4A6D-919A-FFD07570FE93}" srcOrd="1" destOrd="0" presId="urn:microsoft.com/office/officeart/2018/5/layout/IconCircleLabelList"/>
    <dgm:cxn modelId="{16134FEA-4C63-4126-B7C2-A517816E9788}" type="presParOf" srcId="{59A26EA9-F072-4B11-BF0A-553D5991CDED}" destId="{61EBCA40-25E8-4BF1-8D9A-7ED66161A5B6}" srcOrd="2" destOrd="0" presId="urn:microsoft.com/office/officeart/2018/5/layout/IconCircleLabelList"/>
    <dgm:cxn modelId="{07056A49-6A0E-48FE-9BA2-C343A0021CF0}" type="presParOf" srcId="{59A26EA9-F072-4B11-BF0A-553D5991CDED}" destId="{D3855F6D-9E7A-432B-8425-E523FDE127EC}" srcOrd="3" destOrd="0" presId="urn:microsoft.com/office/officeart/2018/5/layout/IconCircleLabelList"/>
    <dgm:cxn modelId="{46BF3509-B1D2-4F0D-9E97-E648A6B26C8E}" type="presParOf" srcId="{4813C493-973E-4D83-945F-BB9D24B292E2}" destId="{E4D84B39-7FD4-4EC0-B239-272F460B0866}" srcOrd="5" destOrd="0" presId="urn:microsoft.com/office/officeart/2018/5/layout/IconCircleLabelList"/>
    <dgm:cxn modelId="{364C934E-4D4D-48E5-A8F1-B2D961F92183}" type="presParOf" srcId="{4813C493-973E-4D83-945F-BB9D24B292E2}" destId="{A14D9E8E-F4C3-4EFF-A73D-5790FD81C138}" srcOrd="6" destOrd="0" presId="urn:microsoft.com/office/officeart/2018/5/layout/IconCircleLabelList"/>
    <dgm:cxn modelId="{B8B5CD52-732D-4FB5-8C8F-5476BA5E41B7}" type="presParOf" srcId="{A14D9E8E-F4C3-4EFF-A73D-5790FD81C138}" destId="{C3AF01B5-CBD6-4BE0-A45A-BB0882296E55}" srcOrd="0" destOrd="0" presId="urn:microsoft.com/office/officeart/2018/5/layout/IconCircleLabelList"/>
    <dgm:cxn modelId="{3197FC43-5282-4995-8CA2-29525E349F27}" type="presParOf" srcId="{A14D9E8E-F4C3-4EFF-A73D-5790FD81C138}" destId="{F1527977-C4EE-4BC1-8B23-64ACD4BEB3BC}" srcOrd="1" destOrd="0" presId="urn:microsoft.com/office/officeart/2018/5/layout/IconCircleLabelList"/>
    <dgm:cxn modelId="{DECCF762-D5E4-4C52-A91B-494601AB3408}" type="presParOf" srcId="{A14D9E8E-F4C3-4EFF-A73D-5790FD81C138}" destId="{94DC1AE3-0A33-4613-8364-F0E3B88D36E0}" srcOrd="2" destOrd="0" presId="urn:microsoft.com/office/officeart/2018/5/layout/IconCircleLabelList"/>
    <dgm:cxn modelId="{8EE6FC65-F9DC-45AF-B525-EAD61D85D9A2}" type="presParOf" srcId="{A14D9E8E-F4C3-4EFF-A73D-5790FD81C138}" destId="{C9F72EA7-1ED9-4028-89DD-754038DF83B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EF47EE-8DB1-4275-BE06-7F9EBE32C6F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11F6707-95A8-45AB-8BA2-A8C024748F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Extract candidate keywords</a:t>
          </a:r>
        </a:p>
      </dgm:t>
    </dgm:pt>
    <dgm:pt modelId="{04055910-D18E-4A29-82BF-4B47CD43B8DA}" type="parTrans" cxnId="{12CD8102-178A-4FED-9144-03711239416B}">
      <dgm:prSet/>
      <dgm:spPr/>
      <dgm:t>
        <a:bodyPr/>
        <a:lstStyle/>
        <a:p>
          <a:endParaRPr lang="en-US"/>
        </a:p>
      </dgm:t>
    </dgm:pt>
    <dgm:pt modelId="{12861E39-3531-4471-A0F0-E08FE5DFAF80}" type="sibTrans" cxnId="{12CD8102-178A-4FED-9144-0371123941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EDD30BC-9678-4772-B6A9-7053563F2B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frequent terms</a:t>
          </a:r>
        </a:p>
      </dgm:t>
    </dgm:pt>
    <dgm:pt modelId="{28835859-8BEC-4C5F-98E1-A3867EE5D99B}" type="parTrans" cxnId="{F30DCF4C-B9E5-4634-BE07-8076E03BCAF6}">
      <dgm:prSet/>
      <dgm:spPr/>
      <dgm:t>
        <a:bodyPr/>
        <a:lstStyle/>
        <a:p>
          <a:endParaRPr lang="en-US"/>
        </a:p>
      </dgm:t>
    </dgm:pt>
    <dgm:pt modelId="{341F9B96-8094-41E6-A271-5BC24159B2D3}" type="sibTrans" cxnId="{F30DCF4C-B9E5-4634-BE07-8076E03BCAF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ED5A4E-295C-4F92-9E3F-2D6A49A1AE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Build improved search strings</a:t>
          </a:r>
        </a:p>
      </dgm:t>
    </dgm:pt>
    <dgm:pt modelId="{6A9199C6-AAED-476F-9A78-7BA5EA430C86}" type="parTrans" cxnId="{E2B815EB-AAA0-4DC0-959D-5F50EC416437}">
      <dgm:prSet/>
      <dgm:spPr/>
      <dgm:t>
        <a:bodyPr/>
        <a:lstStyle/>
        <a:p>
          <a:endParaRPr lang="en-US"/>
        </a:p>
      </dgm:t>
    </dgm:pt>
    <dgm:pt modelId="{A5A16E22-5A69-4CD9-90DB-148CC10F7ED3}" type="sibTrans" cxnId="{E2B815EB-AAA0-4DC0-959D-5F50EC41643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4836538-95D0-4E4F-9F9F-8448478CFC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Support systematic search design</a:t>
          </a:r>
        </a:p>
      </dgm:t>
    </dgm:pt>
    <dgm:pt modelId="{F7057C33-AE82-443E-99A6-C55188BEFB80}" type="parTrans" cxnId="{7B7E26E9-C39E-47EE-93EA-E5E6726CC0FE}">
      <dgm:prSet/>
      <dgm:spPr/>
      <dgm:t>
        <a:bodyPr/>
        <a:lstStyle/>
        <a:p>
          <a:endParaRPr lang="en-US"/>
        </a:p>
      </dgm:t>
    </dgm:pt>
    <dgm:pt modelId="{AEF14EA7-DF35-4CF8-BFE3-DB45D64B1B98}" type="sibTrans" cxnId="{7B7E26E9-C39E-47EE-93EA-E5E6726CC0FE}">
      <dgm:prSet/>
      <dgm:spPr/>
      <dgm:t>
        <a:bodyPr/>
        <a:lstStyle/>
        <a:p>
          <a:endParaRPr lang="en-US"/>
        </a:p>
      </dgm:t>
    </dgm:pt>
    <dgm:pt modelId="{D9B55FD4-8635-4FF6-BD52-527AE7065863}" type="pres">
      <dgm:prSet presAssocID="{30EF47EE-8DB1-4275-BE06-7F9EBE32C6F9}" presName="root" presStyleCnt="0">
        <dgm:presLayoutVars>
          <dgm:dir/>
          <dgm:resizeHandles val="exact"/>
        </dgm:presLayoutVars>
      </dgm:prSet>
      <dgm:spPr/>
    </dgm:pt>
    <dgm:pt modelId="{55C7C324-C847-4352-B0AF-1D2B620974B6}" type="pres">
      <dgm:prSet presAssocID="{30EF47EE-8DB1-4275-BE06-7F9EBE32C6F9}" presName="container" presStyleCnt="0">
        <dgm:presLayoutVars>
          <dgm:dir/>
          <dgm:resizeHandles val="exact"/>
        </dgm:presLayoutVars>
      </dgm:prSet>
      <dgm:spPr/>
    </dgm:pt>
    <dgm:pt modelId="{75B6C28E-D710-4973-A891-BE10293450E5}" type="pres">
      <dgm:prSet presAssocID="{411F6707-95A8-45AB-8BA2-A8C024748F12}" presName="compNode" presStyleCnt="0"/>
      <dgm:spPr/>
    </dgm:pt>
    <dgm:pt modelId="{59F5BD64-CE36-471A-87B2-F7EF0292AE00}" type="pres">
      <dgm:prSet presAssocID="{411F6707-95A8-45AB-8BA2-A8C024748F12}" presName="iconBgRect" presStyleLbl="bgShp" presStyleIdx="0" presStyleCnt="4"/>
      <dgm:spPr/>
    </dgm:pt>
    <dgm:pt modelId="{D4ED8D32-82B1-4E4B-8CD4-1FCF6150D8FA}" type="pres">
      <dgm:prSet presAssocID="{411F6707-95A8-45AB-8BA2-A8C024748F1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64BE0E0-72E2-4B0D-8733-98DB66BF7ACA}" type="pres">
      <dgm:prSet presAssocID="{411F6707-95A8-45AB-8BA2-A8C024748F12}" presName="spaceRect" presStyleCnt="0"/>
      <dgm:spPr/>
    </dgm:pt>
    <dgm:pt modelId="{E5EF3DC3-90D8-4E30-A900-4AB34C230853}" type="pres">
      <dgm:prSet presAssocID="{411F6707-95A8-45AB-8BA2-A8C024748F12}" presName="textRect" presStyleLbl="revTx" presStyleIdx="0" presStyleCnt="4">
        <dgm:presLayoutVars>
          <dgm:chMax val="1"/>
          <dgm:chPref val="1"/>
        </dgm:presLayoutVars>
      </dgm:prSet>
      <dgm:spPr/>
    </dgm:pt>
    <dgm:pt modelId="{64E5654A-C738-4260-B2CA-378555B5FDEB}" type="pres">
      <dgm:prSet presAssocID="{12861E39-3531-4471-A0F0-E08FE5DFAF80}" presName="sibTrans" presStyleLbl="sibTrans2D1" presStyleIdx="0" presStyleCnt="0"/>
      <dgm:spPr/>
    </dgm:pt>
    <dgm:pt modelId="{91A26133-CCA9-4553-9D2B-F1154B28DEC3}" type="pres">
      <dgm:prSet presAssocID="{0EDD30BC-9678-4772-B6A9-7053563F2B1A}" presName="compNode" presStyleCnt="0"/>
      <dgm:spPr/>
    </dgm:pt>
    <dgm:pt modelId="{60690751-7F68-4B5E-9A36-D285E44F7188}" type="pres">
      <dgm:prSet presAssocID="{0EDD30BC-9678-4772-B6A9-7053563F2B1A}" presName="iconBgRect" presStyleLbl="bgShp" presStyleIdx="1" presStyleCnt="4"/>
      <dgm:spPr/>
    </dgm:pt>
    <dgm:pt modelId="{A7138138-1120-4575-AAE4-1B3109F83D06}" type="pres">
      <dgm:prSet presAssocID="{0EDD30BC-9678-4772-B6A9-7053563F2B1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3A9B6236-4687-4E90-8A2B-9041569AEEE7}" type="pres">
      <dgm:prSet presAssocID="{0EDD30BC-9678-4772-B6A9-7053563F2B1A}" presName="spaceRect" presStyleCnt="0"/>
      <dgm:spPr/>
    </dgm:pt>
    <dgm:pt modelId="{4936D9C1-96F8-4302-964F-77D95EE1CD8E}" type="pres">
      <dgm:prSet presAssocID="{0EDD30BC-9678-4772-B6A9-7053563F2B1A}" presName="textRect" presStyleLbl="revTx" presStyleIdx="1" presStyleCnt="4">
        <dgm:presLayoutVars>
          <dgm:chMax val="1"/>
          <dgm:chPref val="1"/>
        </dgm:presLayoutVars>
      </dgm:prSet>
      <dgm:spPr/>
    </dgm:pt>
    <dgm:pt modelId="{9AA23D3C-79E8-4E64-9D47-655CE937A812}" type="pres">
      <dgm:prSet presAssocID="{341F9B96-8094-41E6-A271-5BC24159B2D3}" presName="sibTrans" presStyleLbl="sibTrans2D1" presStyleIdx="0" presStyleCnt="0"/>
      <dgm:spPr/>
    </dgm:pt>
    <dgm:pt modelId="{823A3CBD-D4BA-4FC7-B1B0-7636363081EA}" type="pres">
      <dgm:prSet presAssocID="{FDED5A4E-295C-4F92-9E3F-2D6A49A1AE4E}" presName="compNode" presStyleCnt="0"/>
      <dgm:spPr/>
    </dgm:pt>
    <dgm:pt modelId="{68D7C763-7498-4390-90CF-FE6759398850}" type="pres">
      <dgm:prSet presAssocID="{FDED5A4E-295C-4F92-9E3F-2D6A49A1AE4E}" presName="iconBgRect" presStyleLbl="bgShp" presStyleIdx="2" presStyleCnt="4"/>
      <dgm:spPr/>
    </dgm:pt>
    <dgm:pt modelId="{12808313-E88E-4A40-B8B7-BDD03643E4F0}" type="pres">
      <dgm:prSet presAssocID="{FDED5A4E-295C-4F92-9E3F-2D6A49A1AE4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1A9BD80-DBC1-4CB7-89DE-E979A4BE87C2}" type="pres">
      <dgm:prSet presAssocID="{FDED5A4E-295C-4F92-9E3F-2D6A49A1AE4E}" presName="spaceRect" presStyleCnt="0"/>
      <dgm:spPr/>
    </dgm:pt>
    <dgm:pt modelId="{7D4CAEF1-647B-4DF2-B1D4-153191E4B3F6}" type="pres">
      <dgm:prSet presAssocID="{FDED5A4E-295C-4F92-9E3F-2D6A49A1AE4E}" presName="textRect" presStyleLbl="revTx" presStyleIdx="2" presStyleCnt="4">
        <dgm:presLayoutVars>
          <dgm:chMax val="1"/>
          <dgm:chPref val="1"/>
        </dgm:presLayoutVars>
      </dgm:prSet>
      <dgm:spPr/>
    </dgm:pt>
    <dgm:pt modelId="{FDA87168-956B-4B77-9955-423DCE6E5F28}" type="pres">
      <dgm:prSet presAssocID="{A5A16E22-5A69-4CD9-90DB-148CC10F7ED3}" presName="sibTrans" presStyleLbl="sibTrans2D1" presStyleIdx="0" presStyleCnt="0"/>
      <dgm:spPr/>
    </dgm:pt>
    <dgm:pt modelId="{C6535459-71A4-45BD-BECB-03AA382008DD}" type="pres">
      <dgm:prSet presAssocID="{14836538-95D0-4E4F-9F9F-8448478CFCC2}" presName="compNode" presStyleCnt="0"/>
      <dgm:spPr/>
    </dgm:pt>
    <dgm:pt modelId="{07428C1C-9194-4B02-96D7-C72DDB139801}" type="pres">
      <dgm:prSet presAssocID="{14836538-95D0-4E4F-9F9F-8448478CFCC2}" presName="iconBgRect" presStyleLbl="bgShp" presStyleIdx="3" presStyleCnt="4"/>
      <dgm:spPr/>
    </dgm:pt>
    <dgm:pt modelId="{89F77CAA-D0D9-4041-81CD-CDABA2441D42}" type="pres">
      <dgm:prSet presAssocID="{14836538-95D0-4E4F-9F9F-8448478CFCC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53BA549-DCA3-4CF6-9908-C944C276826B}" type="pres">
      <dgm:prSet presAssocID="{14836538-95D0-4E4F-9F9F-8448478CFCC2}" presName="spaceRect" presStyleCnt="0"/>
      <dgm:spPr/>
    </dgm:pt>
    <dgm:pt modelId="{CDCCF38D-7365-4421-B7D4-304324C799D8}" type="pres">
      <dgm:prSet presAssocID="{14836538-95D0-4E4F-9F9F-8448478CFCC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2CD8102-178A-4FED-9144-03711239416B}" srcId="{30EF47EE-8DB1-4275-BE06-7F9EBE32C6F9}" destId="{411F6707-95A8-45AB-8BA2-A8C024748F12}" srcOrd="0" destOrd="0" parTransId="{04055910-D18E-4A29-82BF-4B47CD43B8DA}" sibTransId="{12861E39-3531-4471-A0F0-E08FE5DFAF80}"/>
    <dgm:cxn modelId="{3A3EA541-8D76-A44E-AB24-732839FD274D}" type="presOf" srcId="{FDED5A4E-295C-4F92-9E3F-2D6A49A1AE4E}" destId="{7D4CAEF1-647B-4DF2-B1D4-153191E4B3F6}" srcOrd="0" destOrd="0" presId="urn:microsoft.com/office/officeart/2018/2/layout/IconCircleList"/>
    <dgm:cxn modelId="{F30DCF4C-B9E5-4634-BE07-8076E03BCAF6}" srcId="{30EF47EE-8DB1-4275-BE06-7F9EBE32C6F9}" destId="{0EDD30BC-9678-4772-B6A9-7053563F2B1A}" srcOrd="1" destOrd="0" parTransId="{28835859-8BEC-4C5F-98E1-A3867EE5D99B}" sibTransId="{341F9B96-8094-41E6-A271-5BC24159B2D3}"/>
    <dgm:cxn modelId="{9AA76866-8985-2F43-9A1F-F39B691A4887}" type="presOf" srcId="{A5A16E22-5A69-4CD9-90DB-148CC10F7ED3}" destId="{FDA87168-956B-4B77-9955-423DCE6E5F28}" srcOrd="0" destOrd="0" presId="urn:microsoft.com/office/officeart/2018/2/layout/IconCircleList"/>
    <dgm:cxn modelId="{8D4D4A73-461D-E24B-B991-26D6EBBD76CF}" type="presOf" srcId="{341F9B96-8094-41E6-A271-5BC24159B2D3}" destId="{9AA23D3C-79E8-4E64-9D47-655CE937A812}" srcOrd="0" destOrd="0" presId="urn:microsoft.com/office/officeart/2018/2/layout/IconCircleList"/>
    <dgm:cxn modelId="{DD422C75-97DA-D040-ABDA-29E3FDB02847}" type="presOf" srcId="{411F6707-95A8-45AB-8BA2-A8C024748F12}" destId="{E5EF3DC3-90D8-4E30-A900-4AB34C230853}" srcOrd="0" destOrd="0" presId="urn:microsoft.com/office/officeart/2018/2/layout/IconCircleList"/>
    <dgm:cxn modelId="{1A238D8F-1373-A544-8660-D1A01982EE6B}" type="presOf" srcId="{14836538-95D0-4E4F-9F9F-8448478CFCC2}" destId="{CDCCF38D-7365-4421-B7D4-304324C799D8}" srcOrd="0" destOrd="0" presId="urn:microsoft.com/office/officeart/2018/2/layout/IconCircleList"/>
    <dgm:cxn modelId="{ADC327AF-FA97-0B41-8E9B-F006548599DA}" type="presOf" srcId="{30EF47EE-8DB1-4275-BE06-7F9EBE32C6F9}" destId="{D9B55FD4-8635-4FF6-BD52-527AE7065863}" srcOrd="0" destOrd="0" presId="urn:microsoft.com/office/officeart/2018/2/layout/IconCircleList"/>
    <dgm:cxn modelId="{BBC8FABB-CD65-A344-B9BC-60018B080EDB}" type="presOf" srcId="{0EDD30BC-9678-4772-B6A9-7053563F2B1A}" destId="{4936D9C1-96F8-4302-964F-77D95EE1CD8E}" srcOrd="0" destOrd="0" presId="urn:microsoft.com/office/officeart/2018/2/layout/IconCircleList"/>
    <dgm:cxn modelId="{E7D7D9E2-2836-334E-99B8-C637C4980EBD}" type="presOf" srcId="{12861E39-3531-4471-A0F0-E08FE5DFAF80}" destId="{64E5654A-C738-4260-B2CA-378555B5FDEB}" srcOrd="0" destOrd="0" presId="urn:microsoft.com/office/officeart/2018/2/layout/IconCircleList"/>
    <dgm:cxn modelId="{7B7E26E9-C39E-47EE-93EA-E5E6726CC0FE}" srcId="{30EF47EE-8DB1-4275-BE06-7F9EBE32C6F9}" destId="{14836538-95D0-4E4F-9F9F-8448478CFCC2}" srcOrd="3" destOrd="0" parTransId="{F7057C33-AE82-443E-99A6-C55188BEFB80}" sibTransId="{AEF14EA7-DF35-4CF8-BFE3-DB45D64B1B98}"/>
    <dgm:cxn modelId="{E2B815EB-AAA0-4DC0-959D-5F50EC416437}" srcId="{30EF47EE-8DB1-4275-BE06-7F9EBE32C6F9}" destId="{FDED5A4E-295C-4F92-9E3F-2D6A49A1AE4E}" srcOrd="2" destOrd="0" parTransId="{6A9199C6-AAED-476F-9A78-7BA5EA430C86}" sibTransId="{A5A16E22-5A69-4CD9-90DB-148CC10F7ED3}"/>
    <dgm:cxn modelId="{C3F4EF6A-225B-DD44-BD8B-593DFA761818}" type="presParOf" srcId="{D9B55FD4-8635-4FF6-BD52-527AE7065863}" destId="{55C7C324-C847-4352-B0AF-1D2B620974B6}" srcOrd="0" destOrd="0" presId="urn:microsoft.com/office/officeart/2018/2/layout/IconCircleList"/>
    <dgm:cxn modelId="{8BCA7E98-8030-2046-AFE6-B31ECEE8BDE5}" type="presParOf" srcId="{55C7C324-C847-4352-B0AF-1D2B620974B6}" destId="{75B6C28E-D710-4973-A891-BE10293450E5}" srcOrd="0" destOrd="0" presId="urn:microsoft.com/office/officeart/2018/2/layout/IconCircleList"/>
    <dgm:cxn modelId="{8099FFE8-A7E7-7743-A99A-96787F0B7B68}" type="presParOf" srcId="{75B6C28E-D710-4973-A891-BE10293450E5}" destId="{59F5BD64-CE36-471A-87B2-F7EF0292AE00}" srcOrd="0" destOrd="0" presId="urn:microsoft.com/office/officeart/2018/2/layout/IconCircleList"/>
    <dgm:cxn modelId="{2D9E2DCD-E83A-1443-96F8-0897459EA51C}" type="presParOf" srcId="{75B6C28E-D710-4973-A891-BE10293450E5}" destId="{D4ED8D32-82B1-4E4B-8CD4-1FCF6150D8FA}" srcOrd="1" destOrd="0" presId="urn:microsoft.com/office/officeart/2018/2/layout/IconCircleList"/>
    <dgm:cxn modelId="{073166B7-136B-5048-8C5A-85C0E81D2BEB}" type="presParOf" srcId="{75B6C28E-D710-4973-A891-BE10293450E5}" destId="{C64BE0E0-72E2-4B0D-8733-98DB66BF7ACA}" srcOrd="2" destOrd="0" presId="urn:microsoft.com/office/officeart/2018/2/layout/IconCircleList"/>
    <dgm:cxn modelId="{B5E3FB30-A84F-E14A-BAA4-77D6BEF0128C}" type="presParOf" srcId="{75B6C28E-D710-4973-A891-BE10293450E5}" destId="{E5EF3DC3-90D8-4E30-A900-4AB34C230853}" srcOrd="3" destOrd="0" presId="urn:microsoft.com/office/officeart/2018/2/layout/IconCircleList"/>
    <dgm:cxn modelId="{08B8C1E0-921C-E844-8ED0-9ADCAF1F3BE6}" type="presParOf" srcId="{55C7C324-C847-4352-B0AF-1D2B620974B6}" destId="{64E5654A-C738-4260-B2CA-378555B5FDEB}" srcOrd="1" destOrd="0" presId="urn:microsoft.com/office/officeart/2018/2/layout/IconCircleList"/>
    <dgm:cxn modelId="{C6D541DE-4DF2-DB4B-BCC5-44F0DB053DB0}" type="presParOf" srcId="{55C7C324-C847-4352-B0AF-1D2B620974B6}" destId="{91A26133-CCA9-4553-9D2B-F1154B28DEC3}" srcOrd="2" destOrd="0" presId="urn:microsoft.com/office/officeart/2018/2/layout/IconCircleList"/>
    <dgm:cxn modelId="{FF8A7256-3C60-7A4D-8ACD-4C1C1BD9786A}" type="presParOf" srcId="{91A26133-CCA9-4553-9D2B-F1154B28DEC3}" destId="{60690751-7F68-4B5E-9A36-D285E44F7188}" srcOrd="0" destOrd="0" presId="urn:microsoft.com/office/officeart/2018/2/layout/IconCircleList"/>
    <dgm:cxn modelId="{C6D7A944-904F-B141-8E1D-4B5CDA3D132F}" type="presParOf" srcId="{91A26133-CCA9-4553-9D2B-F1154B28DEC3}" destId="{A7138138-1120-4575-AAE4-1B3109F83D06}" srcOrd="1" destOrd="0" presId="urn:microsoft.com/office/officeart/2018/2/layout/IconCircleList"/>
    <dgm:cxn modelId="{550EA188-6225-AB41-95D6-E9C7BB0E5469}" type="presParOf" srcId="{91A26133-CCA9-4553-9D2B-F1154B28DEC3}" destId="{3A9B6236-4687-4E90-8A2B-9041569AEEE7}" srcOrd="2" destOrd="0" presId="urn:microsoft.com/office/officeart/2018/2/layout/IconCircleList"/>
    <dgm:cxn modelId="{99616C7D-9488-4841-8452-B90BAA638DFF}" type="presParOf" srcId="{91A26133-CCA9-4553-9D2B-F1154B28DEC3}" destId="{4936D9C1-96F8-4302-964F-77D95EE1CD8E}" srcOrd="3" destOrd="0" presId="urn:microsoft.com/office/officeart/2018/2/layout/IconCircleList"/>
    <dgm:cxn modelId="{1C8A21AF-F355-6645-8867-82A7ED96AF2F}" type="presParOf" srcId="{55C7C324-C847-4352-B0AF-1D2B620974B6}" destId="{9AA23D3C-79E8-4E64-9D47-655CE937A812}" srcOrd="3" destOrd="0" presId="urn:microsoft.com/office/officeart/2018/2/layout/IconCircleList"/>
    <dgm:cxn modelId="{2CEBCD3C-A7CB-C647-A728-E4AEA27ABD63}" type="presParOf" srcId="{55C7C324-C847-4352-B0AF-1D2B620974B6}" destId="{823A3CBD-D4BA-4FC7-B1B0-7636363081EA}" srcOrd="4" destOrd="0" presId="urn:microsoft.com/office/officeart/2018/2/layout/IconCircleList"/>
    <dgm:cxn modelId="{70CE92AF-EFE3-4C48-9C12-D4B1C5DE5934}" type="presParOf" srcId="{823A3CBD-D4BA-4FC7-B1B0-7636363081EA}" destId="{68D7C763-7498-4390-90CF-FE6759398850}" srcOrd="0" destOrd="0" presId="urn:microsoft.com/office/officeart/2018/2/layout/IconCircleList"/>
    <dgm:cxn modelId="{9B8A4B88-E197-3F4E-8D4F-B7BB017F4EB7}" type="presParOf" srcId="{823A3CBD-D4BA-4FC7-B1B0-7636363081EA}" destId="{12808313-E88E-4A40-B8B7-BDD03643E4F0}" srcOrd="1" destOrd="0" presId="urn:microsoft.com/office/officeart/2018/2/layout/IconCircleList"/>
    <dgm:cxn modelId="{F7135C33-5C26-9547-A9A4-2D7155045A03}" type="presParOf" srcId="{823A3CBD-D4BA-4FC7-B1B0-7636363081EA}" destId="{31A9BD80-DBC1-4CB7-89DE-E979A4BE87C2}" srcOrd="2" destOrd="0" presId="urn:microsoft.com/office/officeart/2018/2/layout/IconCircleList"/>
    <dgm:cxn modelId="{8C9706D7-37F9-D34B-A236-FBC10964BFDE}" type="presParOf" srcId="{823A3CBD-D4BA-4FC7-B1B0-7636363081EA}" destId="{7D4CAEF1-647B-4DF2-B1D4-153191E4B3F6}" srcOrd="3" destOrd="0" presId="urn:microsoft.com/office/officeart/2018/2/layout/IconCircleList"/>
    <dgm:cxn modelId="{6E1728CD-D4E6-974F-866E-B8A19A09D1CD}" type="presParOf" srcId="{55C7C324-C847-4352-B0AF-1D2B620974B6}" destId="{FDA87168-956B-4B77-9955-423DCE6E5F28}" srcOrd="5" destOrd="0" presId="urn:microsoft.com/office/officeart/2018/2/layout/IconCircleList"/>
    <dgm:cxn modelId="{120853E5-4DB7-504E-A382-ACB32C7F526A}" type="presParOf" srcId="{55C7C324-C847-4352-B0AF-1D2B620974B6}" destId="{C6535459-71A4-45BD-BECB-03AA382008DD}" srcOrd="6" destOrd="0" presId="urn:microsoft.com/office/officeart/2018/2/layout/IconCircleList"/>
    <dgm:cxn modelId="{0225FE16-1AEC-8540-BE21-538CA8410347}" type="presParOf" srcId="{C6535459-71A4-45BD-BECB-03AA382008DD}" destId="{07428C1C-9194-4B02-96D7-C72DDB139801}" srcOrd="0" destOrd="0" presId="urn:microsoft.com/office/officeart/2018/2/layout/IconCircleList"/>
    <dgm:cxn modelId="{94B3F51E-A906-EB49-8F48-057400130833}" type="presParOf" srcId="{C6535459-71A4-45BD-BECB-03AA382008DD}" destId="{89F77CAA-D0D9-4041-81CD-CDABA2441D42}" srcOrd="1" destOrd="0" presId="urn:microsoft.com/office/officeart/2018/2/layout/IconCircleList"/>
    <dgm:cxn modelId="{E3EBA833-7E5B-F24A-8F66-4D6690B246DB}" type="presParOf" srcId="{C6535459-71A4-45BD-BECB-03AA382008DD}" destId="{B53BA549-DCA3-4CF6-9908-C944C276826B}" srcOrd="2" destOrd="0" presId="urn:microsoft.com/office/officeart/2018/2/layout/IconCircleList"/>
    <dgm:cxn modelId="{C53E874C-10FC-4F43-A438-797A9658AA85}" type="presParOf" srcId="{C6535459-71A4-45BD-BECB-03AA382008DD}" destId="{CDCCF38D-7365-4421-B7D4-304324C799D8}" srcOrd="3" destOrd="0" presId="urn:microsoft.com/office/officeart/2018/2/layout/IconCircle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4A1146D-3370-4D5F-BF50-ACDF0E1413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5BC1202-6A9D-459D-8BB9-0996362D221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Visualizing clusters of research</a:t>
          </a:r>
        </a:p>
      </dgm:t>
    </dgm:pt>
    <dgm:pt modelId="{131E68AC-E99B-46B7-97FB-9CD11B918DE2}" type="parTrans" cxnId="{CBC526CE-A99C-4B94-9AB8-7793EDB8B796}">
      <dgm:prSet/>
      <dgm:spPr/>
      <dgm:t>
        <a:bodyPr/>
        <a:lstStyle/>
        <a:p>
          <a:endParaRPr lang="en-US"/>
        </a:p>
      </dgm:t>
    </dgm:pt>
    <dgm:pt modelId="{B5B18A53-20A1-437A-96DE-D162BD9EE676}" type="sibTrans" cxnId="{CBC526CE-A99C-4B94-9AB8-7793EDB8B796}">
      <dgm:prSet/>
      <dgm:spPr/>
      <dgm:t>
        <a:bodyPr/>
        <a:lstStyle/>
        <a:p>
          <a:endParaRPr lang="en-US"/>
        </a:p>
      </dgm:t>
    </dgm:pt>
    <dgm:pt modelId="{7C47C366-4612-4810-9A03-EB26997B538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Understanding topic distribution</a:t>
          </a:r>
        </a:p>
      </dgm:t>
    </dgm:pt>
    <dgm:pt modelId="{54774F13-C605-4BDB-AB91-29E428E2E319}" type="parTrans" cxnId="{48831046-8B27-40CB-B5C0-05D3841F4EE0}">
      <dgm:prSet/>
      <dgm:spPr/>
      <dgm:t>
        <a:bodyPr/>
        <a:lstStyle/>
        <a:p>
          <a:endParaRPr lang="en-US"/>
        </a:p>
      </dgm:t>
    </dgm:pt>
    <dgm:pt modelId="{D6595A21-5A9E-4FDE-9DDB-71E94B9D2772}" type="sibTrans" cxnId="{48831046-8B27-40CB-B5C0-05D3841F4EE0}">
      <dgm:prSet/>
      <dgm:spPr/>
      <dgm:t>
        <a:bodyPr/>
        <a:lstStyle/>
        <a:p>
          <a:endParaRPr lang="en-US"/>
        </a:p>
      </dgm:t>
    </dgm:pt>
    <dgm:pt modelId="{2ED62D72-0269-47DD-B3C1-385871A969B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Identifying research gaps</a:t>
          </a:r>
        </a:p>
      </dgm:t>
    </dgm:pt>
    <dgm:pt modelId="{EC23FD68-D5D0-4D22-B706-0F28B7C99162}" type="parTrans" cxnId="{43321A2D-B332-4471-9DE5-A1DC8F0DE890}">
      <dgm:prSet/>
      <dgm:spPr/>
      <dgm:t>
        <a:bodyPr/>
        <a:lstStyle/>
        <a:p>
          <a:endParaRPr lang="en-US"/>
        </a:p>
      </dgm:t>
    </dgm:pt>
    <dgm:pt modelId="{6B88313F-BEC6-486D-8952-70EFCD2AA362}" type="sibTrans" cxnId="{43321A2D-B332-4471-9DE5-A1DC8F0DE890}">
      <dgm:prSet/>
      <dgm:spPr/>
      <dgm:t>
        <a:bodyPr/>
        <a:lstStyle/>
        <a:p>
          <a:endParaRPr lang="en-US"/>
        </a:p>
      </dgm:t>
    </dgm:pt>
    <dgm:pt modelId="{0A16A2E3-E473-4838-85E2-E94805A384F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Supporting scoping reviews</a:t>
          </a:r>
        </a:p>
      </dgm:t>
    </dgm:pt>
    <dgm:pt modelId="{98A91EC0-6021-44DF-9F6B-C081A71F00E4}" type="parTrans" cxnId="{30D11243-D858-4F3C-B5D9-1231A8FC69F9}">
      <dgm:prSet/>
      <dgm:spPr/>
      <dgm:t>
        <a:bodyPr/>
        <a:lstStyle/>
        <a:p>
          <a:endParaRPr lang="en-US"/>
        </a:p>
      </dgm:t>
    </dgm:pt>
    <dgm:pt modelId="{4189A242-456A-4AE5-B37A-2F2A404851A7}" type="sibTrans" cxnId="{30D11243-D858-4F3C-B5D9-1231A8FC69F9}">
      <dgm:prSet/>
      <dgm:spPr/>
      <dgm:t>
        <a:bodyPr/>
        <a:lstStyle/>
        <a:p>
          <a:endParaRPr lang="en-US"/>
        </a:p>
      </dgm:t>
    </dgm:pt>
    <dgm:pt modelId="{9E9B2A55-EA20-46D0-9FDF-80E60E6E95DD}" type="pres">
      <dgm:prSet presAssocID="{84A1146D-3370-4D5F-BF50-ACDF0E14132B}" presName="root" presStyleCnt="0">
        <dgm:presLayoutVars>
          <dgm:dir/>
          <dgm:resizeHandles val="exact"/>
        </dgm:presLayoutVars>
      </dgm:prSet>
      <dgm:spPr/>
    </dgm:pt>
    <dgm:pt modelId="{EB2A9412-31D7-4C7C-B1AD-40D11FC3FC62}" type="pres">
      <dgm:prSet presAssocID="{E5BC1202-6A9D-459D-8BB9-0996362D221E}" presName="compNode" presStyleCnt="0"/>
      <dgm:spPr/>
    </dgm:pt>
    <dgm:pt modelId="{DD78D3B4-E567-499C-BE5D-7492EEEA3C5D}" type="pres">
      <dgm:prSet presAssocID="{E5BC1202-6A9D-459D-8BB9-0996362D221E}" presName="iconBgRect" presStyleLbl="bgShp" presStyleIdx="0" presStyleCnt="4"/>
      <dgm:spPr/>
    </dgm:pt>
    <dgm:pt modelId="{D5AD2A8F-9B08-410E-9DC2-C3E7398DE518}" type="pres">
      <dgm:prSet presAssocID="{E5BC1202-6A9D-459D-8BB9-0996362D221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23EEFAC-E483-49DD-900B-3809BDA4DCD3}" type="pres">
      <dgm:prSet presAssocID="{E5BC1202-6A9D-459D-8BB9-0996362D221E}" presName="spaceRect" presStyleCnt="0"/>
      <dgm:spPr/>
    </dgm:pt>
    <dgm:pt modelId="{952CBA16-633C-4CA5-BFCE-BA47FDD25031}" type="pres">
      <dgm:prSet presAssocID="{E5BC1202-6A9D-459D-8BB9-0996362D221E}" presName="textRect" presStyleLbl="revTx" presStyleIdx="0" presStyleCnt="4">
        <dgm:presLayoutVars>
          <dgm:chMax val="1"/>
          <dgm:chPref val="1"/>
        </dgm:presLayoutVars>
      </dgm:prSet>
      <dgm:spPr/>
    </dgm:pt>
    <dgm:pt modelId="{0C3D1775-CCAC-48EE-B818-FA5DCC0F0517}" type="pres">
      <dgm:prSet presAssocID="{B5B18A53-20A1-437A-96DE-D162BD9EE676}" presName="sibTrans" presStyleCnt="0"/>
      <dgm:spPr/>
    </dgm:pt>
    <dgm:pt modelId="{B9CDA373-B3AB-4F49-A601-9A7F37C7DD17}" type="pres">
      <dgm:prSet presAssocID="{7C47C366-4612-4810-9A03-EB26997B5384}" presName="compNode" presStyleCnt="0"/>
      <dgm:spPr/>
    </dgm:pt>
    <dgm:pt modelId="{D753BC40-5CF5-452D-A3B8-73F9CDEE0AC8}" type="pres">
      <dgm:prSet presAssocID="{7C47C366-4612-4810-9A03-EB26997B5384}" presName="iconBgRect" presStyleLbl="bgShp" presStyleIdx="1" presStyleCnt="4"/>
      <dgm:spPr/>
    </dgm:pt>
    <dgm:pt modelId="{E37C5E06-8AA2-483D-95B0-E04E20EAED02}" type="pres">
      <dgm:prSet presAssocID="{7C47C366-4612-4810-9A03-EB26997B538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684A764-06B6-48CE-84C5-EF78CE12F8FB}" type="pres">
      <dgm:prSet presAssocID="{7C47C366-4612-4810-9A03-EB26997B5384}" presName="spaceRect" presStyleCnt="0"/>
      <dgm:spPr/>
    </dgm:pt>
    <dgm:pt modelId="{1E6B30C9-A473-4BE6-9697-901C8AE5EA00}" type="pres">
      <dgm:prSet presAssocID="{7C47C366-4612-4810-9A03-EB26997B5384}" presName="textRect" presStyleLbl="revTx" presStyleIdx="1" presStyleCnt="4">
        <dgm:presLayoutVars>
          <dgm:chMax val="1"/>
          <dgm:chPref val="1"/>
        </dgm:presLayoutVars>
      </dgm:prSet>
      <dgm:spPr/>
    </dgm:pt>
    <dgm:pt modelId="{BAEB7DE0-CE82-459B-9363-653427E969C8}" type="pres">
      <dgm:prSet presAssocID="{D6595A21-5A9E-4FDE-9DDB-71E94B9D2772}" presName="sibTrans" presStyleCnt="0"/>
      <dgm:spPr/>
    </dgm:pt>
    <dgm:pt modelId="{B415E021-3A07-46BB-95A9-D8F17BDD1A08}" type="pres">
      <dgm:prSet presAssocID="{2ED62D72-0269-47DD-B3C1-385871A969B0}" presName="compNode" presStyleCnt="0"/>
      <dgm:spPr/>
    </dgm:pt>
    <dgm:pt modelId="{4E1A6C25-19C3-4DD9-BCD2-28304B1C03BD}" type="pres">
      <dgm:prSet presAssocID="{2ED62D72-0269-47DD-B3C1-385871A969B0}" presName="iconBgRect" presStyleLbl="bgShp" presStyleIdx="2" presStyleCnt="4"/>
      <dgm:spPr/>
    </dgm:pt>
    <dgm:pt modelId="{62243EFA-7250-4A61-A67A-657C37B787CD}" type="pres">
      <dgm:prSet presAssocID="{2ED62D72-0269-47DD-B3C1-385871A969B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05F21CF-B263-4C14-BA2C-90F7D17A6B1D}" type="pres">
      <dgm:prSet presAssocID="{2ED62D72-0269-47DD-B3C1-385871A969B0}" presName="spaceRect" presStyleCnt="0"/>
      <dgm:spPr/>
    </dgm:pt>
    <dgm:pt modelId="{8E630655-D86E-464F-AC00-A3D1F2F93B0F}" type="pres">
      <dgm:prSet presAssocID="{2ED62D72-0269-47DD-B3C1-385871A969B0}" presName="textRect" presStyleLbl="revTx" presStyleIdx="2" presStyleCnt="4">
        <dgm:presLayoutVars>
          <dgm:chMax val="1"/>
          <dgm:chPref val="1"/>
        </dgm:presLayoutVars>
      </dgm:prSet>
      <dgm:spPr/>
    </dgm:pt>
    <dgm:pt modelId="{A2260008-1F19-4EBB-8614-2E7E2EDF03AB}" type="pres">
      <dgm:prSet presAssocID="{6B88313F-BEC6-486D-8952-70EFCD2AA362}" presName="sibTrans" presStyleCnt="0"/>
      <dgm:spPr/>
    </dgm:pt>
    <dgm:pt modelId="{100F2B39-40F7-4E8C-B732-28E2F55F17AA}" type="pres">
      <dgm:prSet presAssocID="{0A16A2E3-E473-4838-85E2-E94805A384FA}" presName="compNode" presStyleCnt="0"/>
      <dgm:spPr/>
    </dgm:pt>
    <dgm:pt modelId="{2E8B6631-7773-4AEC-A048-A529E0433CB8}" type="pres">
      <dgm:prSet presAssocID="{0A16A2E3-E473-4838-85E2-E94805A384FA}" presName="iconBgRect" presStyleLbl="bgShp" presStyleIdx="3" presStyleCnt="4"/>
      <dgm:spPr/>
    </dgm:pt>
    <dgm:pt modelId="{C45F91D2-ED70-4025-A639-0EED1CC79410}" type="pres">
      <dgm:prSet presAssocID="{0A16A2E3-E473-4838-85E2-E94805A384F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739D5CAD-E69E-4F82-AB6C-F9C1CF24BC44}" type="pres">
      <dgm:prSet presAssocID="{0A16A2E3-E473-4838-85E2-E94805A384FA}" presName="spaceRect" presStyleCnt="0"/>
      <dgm:spPr/>
    </dgm:pt>
    <dgm:pt modelId="{7301F116-50E0-49F5-93F0-C87123A9E866}" type="pres">
      <dgm:prSet presAssocID="{0A16A2E3-E473-4838-85E2-E94805A384F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A45BD27-1505-6F41-8FB9-8CC549816882}" type="presOf" srcId="{7C47C366-4612-4810-9A03-EB26997B5384}" destId="{1E6B30C9-A473-4BE6-9697-901C8AE5EA00}" srcOrd="0" destOrd="0" presId="urn:microsoft.com/office/officeart/2018/5/layout/IconCircleLabelList"/>
    <dgm:cxn modelId="{43321A2D-B332-4471-9DE5-A1DC8F0DE890}" srcId="{84A1146D-3370-4D5F-BF50-ACDF0E14132B}" destId="{2ED62D72-0269-47DD-B3C1-385871A969B0}" srcOrd="2" destOrd="0" parTransId="{EC23FD68-D5D0-4D22-B706-0F28B7C99162}" sibTransId="{6B88313F-BEC6-486D-8952-70EFCD2AA362}"/>
    <dgm:cxn modelId="{3619012E-94C8-D946-B31B-939C3E9398D5}" type="presOf" srcId="{E5BC1202-6A9D-459D-8BB9-0996362D221E}" destId="{952CBA16-633C-4CA5-BFCE-BA47FDD25031}" srcOrd="0" destOrd="0" presId="urn:microsoft.com/office/officeart/2018/5/layout/IconCircleLabelList"/>
    <dgm:cxn modelId="{30D11243-D858-4F3C-B5D9-1231A8FC69F9}" srcId="{84A1146D-3370-4D5F-BF50-ACDF0E14132B}" destId="{0A16A2E3-E473-4838-85E2-E94805A384FA}" srcOrd="3" destOrd="0" parTransId="{98A91EC0-6021-44DF-9F6B-C081A71F00E4}" sibTransId="{4189A242-456A-4AE5-B37A-2F2A404851A7}"/>
    <dgm:cxn modelId="{48831046-8B27-40CB-B5C0-05D3841F4EE0}" srcId="{84A1146D-3370-4D5F-BF50-ACDF0E14132B}" destId="{7C47C366-4612-4810-9A03-EB26997B5384}" srcOrd="1" destOrd="0" parTransId="{54774F13-C605-4BDB-AB91-29E428E2E319}" sibTransId="{D6595A21-5A9E-4FDE-9DDB-71E94B9D2772}"/>
    <dgm:cxn modelId="{2D3641A5-41DD-FD44-A547-1C464DCFCE13}" type="presOf" srcId="{0A16A2E3-E473-4838-85E2-E94805A384FA}" destId="{7301F116-50E0-49F5-93F0-C87123A9E866}" srcOrd="0" destOrd="0" presId="urn:microsoft.com/office/officeart/2018/5/layout/IconCircleLabelList"/>
    <dgm:cxn modelId="{DB613BC2-CCED-434C-B188-D2BCDBCC0293}" type="presOf" srcId="{2ED62D72-0269-47DD-B3C1-385871A969B0}" destId="{8E630655-D86E-464F-AC00-A3D1F2F93B0F}" srcOrd="0" destOrd="0" presId="urn:microsoft.com/office/officeart/2018/5/layout/IconCircleLabelList"/>
    <dgm:cxn modelId="{CBC526CE-A99C-4B94-9AB8-7793EDB8B796}" srcId="{84A1146D-3370-4D5F-BF50-ACDF0E14132B}" destId="{E5BC1202-6A9D-459D-8BB9-0996362D221E}" srcOrd="0" destOrd="0" parTransId="{131E68AC-E99B-46B7-97FB-9CD11B918DE2}" sibTransId="{B5B18A53-20A1-437A-96DE-D162BD9EE676}"/>
    <dgm:cxn modelId="{758224FA-EFFF-6747-9DCC-7A20D46C89A9}" type="presOf" srcId="{84A1146D-3370-4D5F-BF50-ACDF0E14132B}" destId="{9E9B2A55-EA20-46D0-9FDF-80E60E6E95DD}" srcOrd="0" destOrd="0" presId="urn:microsoft.com/office/officeart/2018/5/layout/IconCircleLabelList"/>
    <dgm:cxn modelId="{47009F5C-075E-B74F-9E03-C082A91F72A1}" type="presParOf" srcId="{9E9B2A55-EA20-46D0-9FDF-80E60E6E95DD}" destId="{EB2A9412-31D7-4C7C-B1AD-40D11FC3FC62}" srcOrd="0" destOrd="0" presId="urn:microsoft.com/office/officeart/2018/5/layout/IconCircleLabelList"/>
    <dgm:cxn modelId="{544FE3AB-55C7-3946-8755-1CA76B974AFC}" type="presParOf" srcId="{EB2A9412-31D7-4C7C-B1AD-40D11FC3FC62}" destId="{DD78D3B4-E567-499C-BE5D-7492EEEA3C5D}" srcOrd="0" destOrd="0" presId="urn:microsoft.com/office/officeart/2018/5/layout/IconCircleLabelList"/>
    <dgm:cxn modelId="{98853BE8-33FC-C849-8659-92AF0AE30ABB}" type="presParOf" srcId="{EB2A9412-31D7-4C7C-B1AD-40D11FC3FC62}" destId="{D5AD2A8F-9B08-410E-9DC2-C3E7398DE518}" srcOrd="1" destOrd="0" presId="urn:microsoft.com/office/officeart/2018/5/layout/IconCircleLabelList"/>
    <dgm:cxn modelId="{BB34DE92-6F93-9541-A87A-17DB22F74535}" type="presParOf" srcId="{EB2A9412-31D7-4C7C-B1AD-40D11FC3FC62}" destId="{723EEFAC-E483-49DD-900B-3809BDA4DCD3}" srcOrd="2" destOrd="0" presId="urn:microsoft.com/office/officeart/2018/5/layout/IconCircleLabelList"/>
    <dgm:cxn modelId="{65C2CBFC-748B-D146-ADF3-8929DF2309C3}" type="presParOf" srcId="{EB2A9412-31D7-4C7C-B1AD-40D11FC3FC62}" destId="{952CBA16-633C-4CA5-BFCE-BA47FDD25031}" srcOrd="3" destOrd="0" presId="urn:microsoft.com/office/officeart/2018/5/layout/IconCircleLabelList"/>
    <dgm:cxn modelId="{06E378F9-CBF6-C242-8060-30C66DD1F5B3}" type="presParOf" srcId="{9E9B2A55-EA20-46D0-9FDF-80E60E6E95DD}" destId="{0C3D1775-CCAC-48EE-B818-FA5DCC0F0517}" srcOrd="1" destOrd="0" presId="urn:microsoft.com/office/officeart/2018/5/layout/IconCircleLabelList"/>
    <dgm:cxn modelId="{195A1AAB-9669-6A4B-9EAA-19D12F585A06}" type="presParOf" srcId="{9E9B2A55-EA20-46D0-9FDF-80E60E6E95DD}" destId="{B9CDA373-B3AB-4F49-A601-9A7F37C7DD17}" srcOrd="2" destOrd="0" presId="urn:microsoft.com/office/officeart/2018/5/layout/IconCircleLabelList"/>
    <dgm:cxn modelId="{E5786101-0977-954A-914D-2BE2774CA5D0}" type="presParOf" srcId="{B9CDA373-B3AB-4F49-A601-9A7F37C7DD17}" destId="{D753BC40-5CF5-452D-A3B8-73F9CDEE0AC8}" srcOrd="0" destOrd="0" presId="urn:microsoft.com/office/officeart/2018/5/layout/IconCircleLabelList"/>
    <dgm:cxn modelId="{5E4DD256-E3DF-6246-92AE-AE7F94822A45}" type="presParOf" srcId="{B9CDA373-B3AB-4F49-A601-9A7F37C7DD17}" destId="{E37C5E06-8AA2-483D-95B0-E04E20EAED02}" srcOrd="1" destOrd="0" presId="urn:microsoft.com/office/officeart/2018/5/layout/IconCircleLabelList"/>
    <dgm:cxn modelId="{6E5E9089-812C-5F42-A0AD-D1C0C1C96FB8}" type="presParOf" srcId="{B9CDA373-B3AB-4F49-A601-9A7F37C7DD17}" destId="{7684A764-06B6-48CE-84C5-EF78CE12F8FB}" srcOrd="2" destOrd="0" presId="urn:microsoft.com/office/officeart/2018/5/layout/IconCircleLabelList"/>
    <dgm:cxn modelId="{D4B58BAD-EA3E-D341-8539-BA9202DF6FE8}" type="presParOf" srcId="{B9CDA373-B3AB-4F49-A601-9A7F37C7DD17}" destId="{1E6B30C9-A473-4BE6-9697-901C8AE5EA00}" srcOrd="3" destOrd="0" presId="urn:microsoft.com/office/officeart/2018/5/layout/IconCircleLabelList"/>
    <dgm:cxn modelId="{EE05E4E1-13EA-B94E-9FFC-19A5031F780B}" type="presParOf" srcId="{9E9B2A55-EA20-46D0-9FDF-80E60E6E95DD}" destId="{BAEB7DE0-CE82-459B-9363-653427E969C8}" srcOrd="3" destOrd="0" presId="urn:microsoft.com/office/officeart/2018/5/layout/IconCircleLabelList"/>
    <dgm:cxn modelId="{8DC317E7-4DBF-5840-8DAC-D575458F9A83}" type="presParOf" srcId="{9E9B2A55-EA20-46D0-9FDF-80E60E6E95DD}" destId="{B415E021-3A07-46BB-95A9-D8F17BDD1A08}" srcOrd="4" destOrd="0" presId="urn:microsoft.com/office/officeart/2018/5/layout/IconCircleLabelList"/>
    <dgm:cxn modelId="{DF03E39C-AFAD-844E-B303-3C64B53DDB9E}" type="presParOf" srcId="{B415E021-3A07-46BB-95A9-D8F17BDD1A08}" destId="{4E1A6C25-19C3-4DD9-BCD2-28304B1C03BD}" srcOrd="0" destOrd="0" presId="urn:microsoft.com/office/officeart/2018/5/layout/IconCircleLabelList"/>
    <dgm:cxn modelId="{0D783AAB-3EC9-8E48-ACA7-F865DC24CA86}" type="presParOf" srcId="{B415E021-3A07-46BB-95A9-D8F17BDD1A08}" destId="{62243EFA-7250-4A61-A67A-657C37B787CD}" srcOrd="1" destOrd="0" presId="urn:microsoft.com/office/officeart/2018/5/layout/IconCircleLabelList"/>
    <dgm:cxn modelId="{DEB53B6A-7D48-0745-BB90-D62E7BF1A7B3}" type="presParOf" srcId="{B415E021-3A07-46BB-95A9-D8F17BDD1A08}" destId="{C05F21CF-B263-4C14-BA2C-90F7D17A6B1D}" srcOrd="2" destOrd="0" presId="urn:microsoft.com/office/officeart/2018/5/layout/IconCircleLabelList"/>
    <dgm:cxn modelId="{43A4A629-8844-D841-BA94-B497E745BB4F}" type="presParOf" srcId="{B415E021-3A07-46BB-95A9-D8F17BDD1A08}" destId="{8E630655-D86E-464F-AC00-A3D1F2F93B0F}" srcOrd="3" destOrd="0" presId="urn:microsoft.com/office/officeart/2018/5/layout/IconCircleLabelList"/>
    <dgm:cxn modelId="{E97DAFDE-C582-8D48-BB44-BBFA66083FF6}" type="presParOf" srcId="{9E9B2A55-EA20-46D0-9FDF-80E60E6E95DD}" destId="{A2260008-1F19-4EBB-8614-2E7E2EDF03AB}" srcOrd="5" destOrd="0" presId="urn:microsoft.com/office/officeart/2018/5/layout/IconCircleLabelList"/>
    <dgm:cxn modelId="{CA3B5AAB-77E6-7B4E-9F08-332EA682D818}" type="presParOf" srcId="{9E9B2A55-EA20-46D0-9FDF-80E60E6E95DD}" destId="{100F2B39-40F7-4E8C-B732-28E2F55F17AA}" srcOrd="6" destOrd="0" presId="urn:microsoft.com/office/officeart/2018/5/layout/IconCircleLabelList"/>
    <dgm:cxn modelId="{F8011263-6107-C04D-A8F7-585DCB88E8C8}" type="presParOf" srcId="{100F2B39-40F7-4E8C-B732-28E2F55F17AA}" destId="{2E8B6631-7773-4AEC-A048-A529E0433CB8}" srcOrd="0" destOrd="0" presId="urn:microsoft.com/office/officeart/2018/5/layout/IconCircleLabelList"/>
    <dgm:cxn modelId="{6566E9E9-1D73-2F41-80A1-A2BB9B1A9F6C}" type="presParOf" srcId="{100F2B39-40F7-4E8C-B732-28E2F55F17AA}" destId="{C45F91D2-ED70-4025-A639-0EED1CC79410}" srcOrd="1" destOrd="0" presId="urn:microsoft.com/office/officeart/2018/5/layout/IconCircleLabelList"/>
    <dgm:cxn modelId="{CB08D8A9-C5D4-DA47-B043-3933D95005E4}" type="presParOf" srcId="{100F2B39-40F7-4E8C-B732-28E2F55F17AA}" destId="{739D5CAD-E69E-4F82-AB6C-F9C1CF24BC44}" srcOrd="2" destOrd="0" presId="urn:microsoft.com/office/officeart/2018/5/layout/IconCircleLabelList"/>
    <dgm:cxn modelId="{BB3B2434-5455-934B-8DE0-831FCD43E476}" type="presParOf" srcId="{100F2B39-40F7-4E8C-B732-28E2F55F17AA}" destId="{7301F116-50E0-49F5-93F0-C87123A9E86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5D11778-ADCA-4418-894A-80FFA8FBB2C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0B37A83-449D-44FA-9E08-44D30C8DD393}">
      <dgm:prSet/>
      <dgm:spPr/>
      <dgm:t>
        <a:bodyPr/>
        <a:lstStyle/>
        <a:p>
          <a:r>
            <a:rPr lang="en-US"/>
            <a:t>Combine results across studies</a:t>
          </a:r>
        </a:p>
      </dgm:t>
    </dgm:pt>
    <dgm:pt modelId="{673360BB-603A-4C25-AF59-8256D0C98CD1}" type="parTrans" cxnId="{5A160B45-1AC1-43CA-B32D-52681809D432}">
      <dgm:prSet/>
      <dgm:spPr/>
      <dgm:t>
        <a:bodyPr/>
        <a:lstStyle/>
        <a:p>
          <a:endParaRPr lang="en-US"/>
        </a:p>
      </dgm:t>
    </dgm:pt>
    <dgm:pt modelId="{7C98F58C-9ECA-4F20-A743-DEF4916157F4}" type="sibTrans" cxnId="{5A160B45-1AC1-43CA-B32D-52681809D432}">
      <dgm:prSet/>
      <dgm:spPr/>
      <dgm:t>
        <a:bodyPr/>
        <a:lstStyle/>
        <a:p>
          <a:endParaRPr lang="en-US"/>
        </a:p>
      </dgm:t>
    </dgm:pt>
    <dgm:pt modelId="{616493BF-CE17-45B2-905D-684EDB1D396F}">
      <dgm:prSet/>
      <dgm:spPr/>
      <dgm:t>
        <a:bodyPr/>
        <a:lstStyle/>
        <a:p>
          <a:r>
            <a:rPr lang="en-US"/>
            <a:t>Estimate overall effect size</a:t>
          </a:r>
        </a:p>
      </dgm:t>
    </dgm:pt>
    <dgm:pt modelId="{AAED1A0E-EA98-4C22-86F3-FCFFD425538A}" type="parTrans" cxnId="{FC3E71B8-4768-4608-B317-D9F2D447A900}">
      <dgm:prSet/>
      <dgm:spPr/>
      <dgm:t>
        <a:bodyPr/>
        <a:lstStyle/>
        <a:p>
          <a:endParaRPr lang="en-US"/>
        </a:p>
      </dgm:t>
    </dgm:pt>
    <dgm:pt modelId="{82AF5680-DE59-466E-927F-882DD2924C85}" type="sibTrans" cxnId="{FC3E71B8-4768-4608-B317-D9F2D447A900}">
      <dgm:prSet/>
      <dgm:spPr/>
      <dgm:t>
        <a:bodyPr/>
        <a:lstStyle/>
        <a:p>
          <a:endParaRPr lang="en-US"/>
        </a:p>
      </dgm:t>
    </dgm:pt>
    <dgm:pt modelId="{67D22FAA-3BBC-4B1E-B7B4-9F2FD2DD38E2}">
      <dgm:prSet/>
      <dgm:spPr/>
      <dgm:t>
        <a:bodyPr/>
        <a:lstStyle/>
        <a:p>
          <a:r>
            <a:rPr lang="en-US"/>
            <a:t>Assess heterogeneity</a:t>
          </a:r>
        </a:p>
      </dgm:t>
    </dgm:pt>
    <dgm:pt modelId="{61A65C65-1053-4DA6-A503-472255F072FF}" type="parTrans" cxnId="{28B704CF-2E4A-4F89-9FA1-138418DD6BF8}">
      <dgm:prSet/>
      <dgm:spPr/>
      <dgm:t>
        <a:bodyPr/>
        <a:lstStyle/>
        <a:p>
          <a:endParaRPr lang="en-US"/>
        </a:p>
      </dgm:t>
    </dgm:pt>
    <dgm:pt modelId="{5BA205C9-68CA-4FD5-BF23-A6C380184171}" type="sibTrans" cxnId="{28B704CF-2E4A-4F89-9FA1-138418DD6BF8}">
      <dgm:prSet/>
      <dgm:spPr/>
      <dgm:t>
        <a:bodyPr/>
        <a:lstStyle/>
        <a:p>
          <a:endParaRPr lang="en-US"/>
        </a:p>
      </dgm:t>
    </dgm:pt>
    <dgm:pt modelId="{AD5378E0-7546-4539-B409-24546094EDCA}">
      <dgm:prSet/>
      <dgm:spPr/>
      <dgm:t>
        <a:bodyPr/>
        <a:lstStyle/>
        <a:p>
          <a:r>
            <a:rPr lang="en-US"/>
            <a:t>Evaluate publication bias</a:t>
          </a:r>
        </a:p>
      </dgm:t>
    </dgm:pt>
    <dgm:pt modelId="{660CBA51-6288-40B7-A524-A754CD92CAC1}" type="parTrans" cxnId="{D163EDDC-5E57-4EC5-AA7F-822014B89C95}">
      <dgm:prSet/>
      <dgm:spPr/>
      <dgm:t>
        <a:bodyPr/>
        <a:lstStyle/>
        <a:p>
          <a:endParaRPr lang="en-US"/>
        </a:p>
      </dgm:t>
    </dgm:pt>
    <dgm:pt modelId="{126817A1-E9B1-42B5-B0F7-63B006E2BF92}" type="sibTrans" cxnId="{D163EDDC-5E57-4EC5-AA7F-822014B89C95}">
      <dgm:prSet/>
      <dgm:spPr/>
      <dgm:t>
        <a:bodyPr/>
        <a:lstStyle/>
        <a:p>
          <a:endParaRPr lang="en-US"/>
        </a:p>
      </dgm:t>
    </dgm:pt>
    <dgm:pt modelId="{46A39569-4ABC-4027-A90D-A8EF6D6CFF99}" type="pres">
      <dgm:prSet presAssocID="{C5D11778-ADCA-4418-894A-80FFA8FBB2CB}" presName="root" presStyleCnt="0">
        <dgm:presLayoutVars>
          <dgm:dir/>
          <dgm:resizeHandles val="exact"/>
        </dgm:presLayoutVars>
      </dgm:prSet>
      <dgm:spPr/>
    </dgm:pt>
    <dgm:pt modelId="{1796D574-3632-412B-9E64-E9B503373518}" type="pres">
      <dgm:prSet presAssocID="{60B37A83-449D-44FA-9E08-44D30C8DD393}" presName="compNode" presStyleCnt="0"/>
      <dgm:spPr/>
    </dgm:pt>
    <dgm:pt modelId="{37410316-DEE6-4326-9E68-B256A982CFD1}" type="pres">
      <dgm:prSet presAssocID="{60B37A83-449D-44FA-9E08-44D30C8DD393}" presName="bgRect" presStyleLbl="bgShp" presStyleIdx="0" presStyleCnt="4"/>
      <dgm:spPr/>
    </dgm:pt>
    <dgm:pt modelId="{081AD1FF-7856-4C06-A3E8-58828187340F}" type="pres">
      <dgm:prSet presAssocID="{60B37A83-449D-44FA-9E08-44D30C8DD39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AD62678-76BF-4DA3-BA2C-370B74549F4F}" type="pres">
      <dgm:prSet presAssocID="{60B37A83-449D-44FA-9E08-44D30C8DD393}" presName="spaceRect" presStyleCnt="0"/>
      <dgm:spPr/>
    </dgm:pt>
    <dgm:pt modelId="{27DD2E2E-7F7A-4235-9FFC-D83F2B10C3B0}" type="pres">
      <dgm:prSet presAssocID="{60B37A83-449D-44FA-9E08-44D30C8DD393}" presName="parTx" presStyleLbl="revTx" presStyleIdx="0" presStyleCnt="4">
        <dgm:presLayoutVars>
          <dgm:chMax val="0"/>
          <dgm:chPref val="0"/>
        </dgm:presLayoutVars>
      </dgm:prSet>
      <dgm:spPr/>
    </dgm:pt>
    <dgm:pt modelId="{A9B2B92C-3AE7-4DAF-8C0E-25E9C4A6A892}" type="pres">
      <dgm:prSet presAssocID="{7C98F58C-9ECA-4F20-A743-DEF4916157F4}" presName="sibTrans" presStyleCnt="0"/>
      <dgm:spPr/>
    </dgm:pt>
    <dgm:pt modelId="{09310C0D-47FF-4539-A299-B2822475BD37}" type="pres">
      <dgm:prSet presAssocID="{616493BF-CE17-45B2-905D-684EDB1D396F}" presName="compNode" presStyleCnt="0"/>
      <dgm:spPr/>
    </dgm:pt>
    <dgm:pt modelId="{C51D96AF-5751-41EB-A0F9-9BB43ACF9DDB}" type="pres">
      <dgm:prSet presAssocID="{616493BF-CE17-45B2-905D-684EDB1D396F}" presName="bgRect" presStyleLbl="bgShp" presStyleIdx="1" presStyleCnt="4"/>
      <dgm:spPr/>
    </dgm:pt>
    <dgm:pt modelId="{BE9A38E2-21EC-4FEA-9724-4C856393D1B4}" type="pres">
      <dgm:prSet presAssocID="{616493BF-CE17-45B2-905D-684EDB1D396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1AE18DF-C542-4D63-9AFB-032250B6F4EC}" type="pres">
      <dgm:prSet presAssocID="{616493BF-CE17-45B2-905D-684EDB1D396F}" presName="spaceRect" presStyleCnt="0"/>
      <dgm:spPr/>
    </dgm:pt>
    <dgm:pt modelId="{21AB8AC8-F616-49B3-8DE3-9E8E3F00769B}" type="pres">
      <dgm:prSet presAssocID="{616493BF-CE17-45B2-905D-684EDB1D396F}" presName="parTx" presStyleLbl="revTx" presStyleIdx="1" presStyleCnt="4">
        <dgm:presLayoutVars>
          <dgm:chMax val="0"/>
          <dgm:chPref val="0"/>
        </dgm:presLayoutVars>
      </dgm:prSet>
      <dgm:spPr/>
    </dgm:pt>
    <dgm:pt modelId="{2BD40510-0F9D-436E-8D2B-5C9EFA736393}" type="pres">
      <dgm:prSet presAssocID="{82AF5680-DE59-466E-927F-882DD2924C85}" presName="sibTrans" presStyleCnt="0"/>
      <dgm:spPr/>
    </dgm:pt>
    <dgm:pt modelId="{7C556526-07CF-4F0C-98D1-7D14209ADDE0}" type="pres">
      <dgm:prSet presAssocID="{67D22FAA-3BBC-4B1E-B7B4-9F2FD2DD38E2}" presName="compNode" presStyleCnt="0"/>
      <dgm:spPr/>
    </dgm:pt>
    <dgm:pt modelId="{D6B8EB0E-4B09-4C6F-AC4D-15B2D7DAF758}" type="pres">
      <dgm:prSet presAssocID="{67D22FAA-3BBC-4B1E-B7B4-9F2FD2DD38E2}" presName="bgRect" presStyleLbl="bgShp" presStyleIdx="2" presStyleCnt="4"/>
      <dgm:spPr/>
    </dgm:pt>
    <dgm:pt modelId="{2156D773-F317-4C83-8A83-12ECF4C7F5FD}" type="pres">
      <dgm:prSet presAssocID="{67D22FAA-3BBC-4B1E-B7B4-9F2FD2DD38E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3EFE3940-89F3-480C-8EAC-3D316C81BA5B}" type="pres">
      <dgm:prSet presAssocID="{67D22FAA-3BBC-4B1E-B7B4-9F2FD2DD38E2}" presName="spaceRect" presStyleCnt="0"/>
      <dgm:spPr/>
    </dgm:pt>
    <dgm:pt modelId="{478BD0CC-B762-4AAE-A51B-65313FDCAF71}" type="pres">
      <dgm:prSet presAssocID="{67D22FAA-3BBC-4B1E-B7B4-9F2FD2DD38E2}" presName="parTx" presStyleLbl="revTx" presStyleIdx="2" presStyleCnt="4">
        <dgm:presLayoutVars>
          <dgm:chMax val="0"/>
          <dgm:chPref val="0"/>
        </dgm:presLayoutVars>
      </dgm:prSet>
      <dgm:spPr/>
    </dgm:pt>
    <dgm:pt modelId="{377D3881-B048-4B69-B490-181000AB7C0F}" type="pres">
      <dgm:prSet presAssocID="{5BA205C9-68CA-4FD5-BF23-A6C380184171}" presName="sibTrans" presStyleCnt="0"/>
      <dgm:spPr/>
    </dgm:pt>
    <dgm:pt modelId="{E2F05777-D1F4-4E0C-A62C-E737C86C4B98}" type="pres">
      <dgm:prSet presAssocID="{AD5378E0-7546-4539-B409-24546094EDCA}" presName="compNode" presStyleCnt="0"/>
      <dgm:spPr/>
    </dgm:pt>
    <dgm:pt modelId="{A5F4DFCB-B354-4627-A363-76FE01445BD0}" type="pres">
      <dgm:prSet presAssocID="{AD5378E0-7546-4539-B409-24546094EDCA}" presName="bgRect" presStyleLbl="bgShp" presStyleIdx="3" presStyleCnt="4"/>
      <dgm:spPr/>
    </dgm:pt>
    <dgm:pt modelId="{D9C38251-8FAB-43CE-9883-624F026FC47C}" type="pres">
      <dgm:prSet presAssocID="{AD5378E0-7546-4539-B409-24546094EDC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9AFB0E2-6C4C-4D21-A11B-3ABD153A7970}" type="pres">
      <dgm:prSet presAssocID="{AD5378E0-7546-4539-B409-24546094EDCA}" presName="spaceRect" presStyleCnt="0"/>
      <dgm:spPr/>
    </dgm:pt>
    <dgm:pt modelId="{A0C140E4-8885-4A62-BAFD-CA15ABDAF3DE}" type="pres">
      <dgm:prSet presAssocID="{AD5378E0-7546-4539-B409-24546094EDC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475270C-61AB-41B1-80B7-5F437DB501AF}" type="presOf" srcId="{C5D11778-ADCA-4418-894A-80FFA8FBB2CB}" destId="{46A39569-4ABC-4027-A90D-A8EF6D6CFF99}" srcOrd="0" destOrd="0" presId="urn:microsoft.com/office/officeart/2018/2/layout/IconVerticalSolidList"/>
    <dgm:cxn modelId="{5A160B45-1AC1-43CA-B32D-52681809D432}" srcId="{C5D11778-ADCA-4418-894A-80FFA8FBB2CB}" destId="{60B37A83-449D-44FA-9E08-44D30C8DD393}" srcOrd="0" destOrd="0" parTransId="{673360BB-603A-4C25-AF59-8256D0C98CD1}" sibTransId="{7C98F58C-9ECA-4F20-A743-DEF4916157F4}"/>
    <dgm:cxn modelId="{66333054-62E6-43FA-805B-965A79793E8E}" type="presOf" srcId="{67D22FAA-3BBC-4B1E-B7B4-9F2FD2DD38E2}" destId="{478BD0CC-B762-4AAE-A51B-65313FDCAF71}" srcOrd="0" destOrd="0" presId="urn:microsoft.com/office/officeart/2018/2/layout/IconVerticalSolidList"/>
    <dgm:cxn modelId="{08DD4462-FCAB-453E-9D04-4E7212B19FE3}" type="presOf" srcId="{60B37A83-449D-44FA-9E08-44D30C8DD393}" destId="{27DD2E2E-7F7A-4235-9FFC-D83F2B10C3B0}" srcOrd="0" destOrd="0" presId="urn:microsoft.com/office/officeart/2018/2/layout/IconVerticalSolidList"/>
    <dgm:cxn modelId="{FC3E71B8-4768-4608-B317-D9F2D447A900}" srcId="{C5D11778-ADCA-4418-894A-80FFA8FBB2CB}" destId="{616493BF-CE17-45B2-905D-684EDB1D396F}" srcOrd="1" destOrd="0" parTransId="{AAED1A0E-EA98-4C22-86F3-FCFFD425538A}" sibTransId="{82AF5680-DE59-466E-927F-882DD2924C85}"/>
    <dgm:cxn modelId="{AD4C1ACB-CE4D-401F-86D0-B01B321AB025}" type="presOf" srcId="{616493BF-CE17-45B2-905D-684EDB1D396F}" destId="{21AB8AC8-F616-49B3-8DE3-9E8E3F00769B}" srcOrd="0" destOrd="0" presId="urn:microsoft.com/office/officeart/2018/2/layout/IconVerticalSolidList"/>
    <dgm:cxn modelId="{28B704CF-2E4A-4F89-9FA1-138418DD6BF8}" srcId="{C5D11778-ADCA-4418-894A-80FFA8FBB2CB}" destId="{67D22FAA-3BBC-4B1E-B7B4-9F2FD2DD38E2}" srcOrd="2" destOrd="0" parTransId="{61A65C65-1053-4DA6-A503-472255F072FF}" sibTransId="{5BA205C9-68CA-4FD5-BF23-A6C380184171}"/>
    <dgm:cxn modelId="{D163EDDC-5E57-4EC5-AA7F-822014B89C95}" srcId="{C5D11778-ADCA-4418-894A-80FFA8FBB2CB}" destId="{AD5378E0-7546-4539-B409-24546094EDCA}" srcOrd="3" destOrd="0" parTransId="{660CBA51-6288-40B7-A524-A754CD92CAC1}" sibTransId="{126817A1-E9B1-42B5-B0F7-63B006E2BF92}"/>
    <dgm:cxn modelId="{BB5913F1-DCC2-4D5B-8BDB-1737D2D160C8}" type="presOf" srcId="{AD5378E0-7546-4539-B409-24546094EDCA}" destId="{A0C140E4-8885-4A62-BAFD-CA15ABDAF3DE}" srcOrd="0" destOrd="0" presId="urn:microsoft.com/office/officeart/2018/2/layout/IconVerticalSolidList"/>
    <dgm:cxn modelId="{92C9A502-E199-49AA-988E-4C1F5C2872CF}" type="presParOf" srcId="{46A39569-4ABC-4027-A90D-A8EF6D6CFF99}" destId="{1796D574-3632-412B-9E64-E9B503373518}" srcOrd="0" destOrd="0" presId="urn:microsoft.com/office/officeart/2018/2/layout/IconVerticalSolidList"/>
    <dgm:cxn modelId="{4F1D3B68-A425-4362-8CEC-C8319EA5C81B}" type="presParOf" srcId="{1796D574-3632-412B-9E64-E9B503373518}" destId="{37410316-DEE6-4326-9E68-B256A982CFD1}" srcOrd="0" destOrd="0" presId="urn:microsoft.com/office/officeart/2018/2/layout/IconVerticalSolidList"/>
    <dgm:cxn modelId="{FC21EF87-E6F1-4880-974C-23B7D90F78C6}" type="presParOf" srcId="{1796D574-3632-412B-9E64-E9B503373518}" destId="{081AD1FF-7856-4C06-A3E8-58828187340F}" srcOrd="1" destOrd="0" presId="urn:microsoft.com/office/officeart/2018/2/layout/IconVerticalSolidList"/>
    <dgm:cxn modelId="{DD08CAD1-8C8A-438C-860F-296E4E61AAB4}" type="presParOf" srcId="{1796D574-3632-412B-9E64-E9B503373518}" destId="{EAD62678-76BF-4DA3-BA2C-370B74549F4F}" srcOrd="2" destOrd="0" presId="urn:microsoft.com/office/officeart/2018/2/layout/IconVerticalSolidList"/>
    <dgm:cxn modelId="{81B91C12-92C9-4D3E-A847-48A62386210C}" type="presParOf" srcId="{1796D574-3632-412B-9E64-E9B503373518}" destId="{27DD2E2E-7F7A-4235-9FFC-D83F2B10C3B0}" srcOrd="3" destOrd="0" presId="urn:microsoft.com/office/officeart/2018/2/layout/IconVerticalSolidList"/>
    <dgm:cxn modelId="{3B2463C3-ACB8-41C0-84B8-6ADC00C19389}" type="presParOf" srcId="{46A39569-4ABC-4027-A90D-A8EF6D6CFF99}" destId="{A9B2B92C-3AE7-4DAF-8C0E-25E9C4A6A892}" srcOrd="1" destOrd="0" presId="urn:microsoft.com/office/officeart/2018/2/layout/IconVerticalSolidList"/>
    <dgm:cxn modelId="{394E9F87-3BEE-4267-B77E-3AE3DFC8DAAC}" type="presParOf" srcId="{46A39569-4ABC-4027-A90D-A8EF6D6CFF99}" destId="{09310C0D-47FF-4539-A299-B2822475BD37}" srcOrd="2" destOrd="0" presId="urn:microsoft.com/office/officeart/2018/2/layout/IconVerticalSolidList"/>
    <dgm:cxn modelId="{F466C26C-E45B-41E8-9A4F-1DB0F7C31D5F}" type="presParOf" srcId="{09310C0D-47FF-4539-A299-B2822475BD37}" destId="{C51D96AF-5751-41EB-A0F9-9BB43ACF9DDB}" srcOrd="0" destOrd="0" presId="urn:microsoft.com/office/officeart/2018/2/layout/IconVerticalSolidList"/>
    <dgm:cxn modelId="{33A2C1F4-5CA8-4AC1-B229-C825A85104AD}" type="presParOf" srcId="{09310C0D-47FF-4539-A299-B2822475BD37}" destId="{BE9A38E2-21EC-4FEA-9724-4C856393D1B4}" srcOrd="1" destOrd="0" presId="urn:microsoft.com/office/officeart/2018/2/layout/IconVerticalSolidList"/>
    <dgm:cxn modelId="{1D2205DE-649B-472C-9527-DDCF5A7D1341}" type="presParOf" srcId="{09310C0D-47FF-4539-A299-B2822475BD37}" destId="{21AE18DF-C542-4D63-9AFB-032250B6F4EC}" srcOrd="2" destOrd="0" presId="urn:microsoft.com/office/officeart/2018/2/layout/IconVerticalSolidList"/>
    <dgm:cxn modelId="{E0838CE8-B902-47E6-8750-065A5018C0C4}" type="presParOf" srcId="{09310C0D-47FF-4539-A299-B2822475BD37}" destId="{21AB8AC8-F616-49B3-8DE3-9E8E3F00769B}" srcOrd="3" destOrd="0" presId="urn:microsoft.com/office/officeart/2018/2/layout/IconVerticalSolidList"/>
    <dgm:cxn modelId="{0242FF45-4BF0-48E8-96F9-97806825AB73}" type="presParOf" srcId="{46A39569-4ABC-4027-A90D-A8EF6D6CFF99}" destId="{2BD40510-0F9D-436E-8D2B-5C9EFA736393}" srcOrd="3" destOrd="0" presId="urn:microsoft.com/office/officeart/2018/2/layout/IconVerticalSolidList"/>
    <dgm:cxn modelId="{6D4B6C18-454F-4F52-BD26-CC7BE8FC8DDF}" type="presParOf" srcId="{46A39569-4ABC-4027-A90D-A8EF6D6CFF99}" destId="{7C556526-07CF-4F0C-98D1-7D14209ADDE0}" srcOrd="4" destOrd="0" presId="urn:microsoft.com/office/officeart/2018/2/layout/IconVerticalSolidList"/>
    <dgm:cxn modelId="{273648D4-B731-44A0-9974-B52F1B1EF1D9}" type="presParOf" srcId="{7C556526-07CF-4F0C-98D1-7D14209ADDE0}" destId="{D6B8EB0E-4B09-4C6F-AC4D-15B2D7DAF758}" srcOrd="0" destOrd="0" presId="urn:microsoft.com/office/officeart/2018/2/layout/IconVerticalSolidList"/>
    <dgm:cxn modelId="{4B636376-6516-4F6C-B6CE-32BDA0DEF5FB}" type="presParOf" srcId="{7C556526-07CF-4F0C-98D1-7D14209ADDE0}" destId="{2156D773-F317-4C83-8A83-12ECF4C7F5FD}" srcOrd="1" destOrd="0" presId="urn:microsoft.com/office/officeart/2018/2/layout/IconVerticalSolidList"/>
    <dgm:cxn modelId="{35483D56-1377-4460-BAA5-84710BD6C7EE}" type="presParOf" srcId="{7C556526-07CF-4F0C-98D1-7D14209ADDE0}" destId="{3EFE3940-89F3-480C-8EAC-3D316C81BA5B}" srcOrd="2" destOrd="0" presId="urn:microsoft.com/office/officeart/2018/2/layout/IconVerticalSolidList"/>
    <dgm:cxn modelId="{09B775B6-EC01-498C-805E-E43AA176F1B8}" type="presParOf" srcId="{7C556526-07CF-4F0C-98D1-7D14209ADDE0}" destId="{478BD0CC-B762-4AAE-A51B-65313FDCAF71}" srcOrd="3" destOrd="0" presId="urn:microsoft.com/office/officeart/2018/2/layout/IconVerticalSolidList"/>
    <dgm:cxn modelId="{6637BAE1-6B69-4E93-8C59-87717A45465B}" type="presParOf" srcId="{46A39569-4ABC-4027-A90D-A8EF6D6CFF99}" destId="{377D3881-B048-4B69-B490-181000AB7C0F}" srcOrd="5" destOrd="0" presId="urn:microsoft.com/office/officeart/2018/2/layout/IconVerticalSolidList"/>
    <dgm:cxn modelId="{B0D94BF0-F7B9-46B8-B6C3-BBA68F9F9E87}" type="presParOf" srcId="{46A39569-4ABC-4027-A90D-A8EF6D6CFF99}" destId="{E2F05777-D1F4-4E0C-A62C-E737C86C4B98}" srcOrd="6" destOrd="0" presId="urn:microsoft.com/office/officeart/2018/2/layout/IconVerticalSolidList"/>
    <dgm:cxn modelId="{6A80D09A-284C-40D7-A83F-C682A1F60FBB}" type="presParOf" srcId="{E2F05777-D1F4-4E0C-A62C-E737C86C4B98}" destId="{A5F4DFCB-B354-4627-A363-76FE01445BD0}" srcOrd="0" destOrd="0" presId="urn:microsoft.com/office/officeart/2018/2/layout/IconVerticalSolidList"/>
    <dgm:cxn modelId="{DDABC3F7-A81C-4683-A9B3-6876E2977984}" type="presParOf" srcId="{E2F05777-D1F4-4E0C-A62C-E737C86C4B98}" destId="{D9C38251-8FAB-43CE-9883-624F026FC47C}" srcOrd="1" destOrd="0" presId="urn:microsoft.com/office/officeart/2018/2/layout/IconVerticalSolidList"/>
    <dgm:cxn modelId="{8BB07B37-DDF8-4C39-B59C-2195C5360463}" type="presParOf" srcId="{E2F05777-D1F4-4E0C-A62C-E737C86C4B98}" destId="{59AFB0E2-6C4C-4D21-A11B-3ABD153A7970}" srcOrd="2" destOrd="0" presId="urn:microsoft.com/office/officeart/2018/2/layout/IconVerticalSolidList"/>
    <dgm:cxn modelId="{73366993-C267-4E12-A217-06DF06369537}" type="presParOf" srcId="{E2F05777-D1F4-4E0C-A62C-E737C86C4B98}" destId="{A0C140E4-8885-4A62-BAFD-CA15ABDAF3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5FE716D-1D59-4A83-A628-F5E3CA2B60E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B08B45-C16B-4BB7-86C5-56B93CAE1C4F}">
      <dgm:prSet/>
      <dgm:spPr>
        <a:solidFill>
          <a:schemeClr val="tx2"/>
        </a:solidFill>
      </dgm:spPr>
      <dgm:t>
        <a:bodyPr/>
        <a:lstStyle/>
        <a:p>
          <a:r>
            <a:rPr lang="en-US" dirty="0" err="1"/>
            <a:t>Standardised</a:t>
          </a:r>
          <a:r>
            <a:rPr lang="en-US" dirty="0"/>
            <a:t> mean difference</a:t>
          </a:r>
        </a:p>
      </dgm:t>
    </dgm:pt>
    <dgm:pt modelId="{AFC1F7E0-CCB5-4717-9FDF-B50935530514}" type="parTrans" cxnId="{B6EBE497-95DB-417F-B14E-3EE7CBBB5459}">
      <dgm:prSet/>
      <dgm:spPr/>
      <dgm:t>
        <a:bodyPr/>
        <a:lstStyle/>
        <a:p>
          <a:endParaRPr lang="en-US"/>
        </a:p>
      </dgm:t>
    </dgm:pt>
    <dgm:pt modelId="{944CE306-6E91-4DA3-A504-577BA199D1EC}" type="sibTrans" cxnId="{B6EBE497-95DB-417F-B14E-3EE7CBBB5459}">
      <dgm:prSet/>
      <dgm:spPr/>
      <dgm:t>
        <a:bodyPr/>
        <a:lstStyle/>
        <a:p>
          <a:endParaRPr lang="en-US"/>
        </a:p>
      </dgm:t>
    </dgm:pt>
    <dgm:pt modelId="{F6B4E161-E878-447C-9DBE-CA070094435B}">
      <dgm:prSet/>
      <dgm:spPr>
        <a:solidFill>
          <a:schemeClr val="tx2"/>
        </a:solidFill>
      </dgm:spPr>
      <dgm:t>
        <a:bodyPr/>
        <a:lstStyle/>
        <a:p>
          <a:r>
            <a:rPr lang="en-US"/>
            <a:t>Odds ratios</a:t>
          </a:r>
        </a:p>
      </dgm:t>
    </dgm:pt>
    <dgm:pt modelId="{A136105B-1610-4EF7-9D0E-1DF390CE50B6}" type="parTrans" cxnId="{2053E18A-554A-4D14-A027-B0B356B8C439}">
      <dgm:prSet/>
      <dgm:spPr/>
      <dgm:t>
        <a:bodyPr/>
        <a:lstStyle/>
        <a:p>
          <a:endParaRPr lang="en-US"/>
        </a:p>
      </dgm:t>
    </dgm:pt>
    <dgm:pt modelId="{4B90215D-1CE3-43DB-973C-F3DD9B5E6F58}" type="sibTrans" cxnId="{2053E18A-554A-4D14-A027-B0B356B8C439}">
      <dgm:prSet/>
      <dgm:spPr/>
      <dgm:t>
        <a:bodyPr/>
        <a:lstStyle/>
        <a:p>
          <a:endParaRPr lang="en-US"/>
        </a:p>
      </dgm:t>
    </dgm:pt>
    <dgm:pt modelId="{7B7AF46E-C8A7-44FA-8481-05EFED60EFFB}">
      <dgm:prSet/>
      <dgm:spPr>
        <a:solidFill>
          <a:schemeClr val="tx2"/>
        </a:solidFill>
      </dgm:spPr>
      <dgm:t>
        <a:bodyPr/>
        <a:lstStyle/>
        <a:p>
          <a:r>
            <a:rPr lang="en-US"/>
            <a:t>Risk ratios</a:t>
          </a:r>
        </a:p>
      </dgm:t>
    </dgm:pt>
    <dgm:pt modelId="{34BA70C6-5FA8-482D-97DE-2616FDC4A653}" type="parTrans" cxnId="{9EC3441C-9CF2-4CB0-BABB-415064C5BB9A}">
      <dgm:prSet/>
      <dgm:spPr/>
      <dgm:t>
        <a:bodyPr/>
        <a:lstStyle/>
        <a:p>
          <a:endParaRPr lang="en-US"/>
        </a:p>
      </dgm:t>
    </dgm:pt>
    <dgm:pt modelId="{FD1FFFEB-EC6D-4B3B-96A4-D304A243F9B6}" type="sibTrans" cxnId="{9EC3441C-9CF2-4CB0-BABB-415064C5BB9A}">
      <dgm:prSet/>
      <dgm:spPr/>
      <dgm:t>
        <a:bodyPr/>
        <a:lstStyle/>
        <a:p>
          <a:endParaRPr lang="en-US"/>
        </a:p>
      </dgm:t>
    </dgm:pt>
    <dgm:pt modelId="{858923E6-E411-4553-B886-FFEC03B592E7}">
      <dgm:prSet/>
      <dgm:spPr>
        <a:solidFill>
          <a:schemeClr val="tx2"/>
        </a:solidFill>
      </dgm:spPr>
      <dgm:t>
        <a:bodyPr/>
        <a:lstStyle/>
        <a:p>
          <a:r>
            <a:rPr lang="en-US"/>
            <a:t>Correlation coefficients</a:t>
          </a:r>
        </a:p>
      </dgm:t>
    </dgm:pt>
    <dgm:pt modelId="{199DF47C-8FEA-4D2C-8EEE-A0B69968B8F0}" type="parTrans" cxnId="{125875F2-1E31-4EB7-B65F-40CE868889EC}">
      <dgm:prSet/>
      <dgm:spPr/>
      <dgm:t>
        <a:bodyPr/>
        <a:lstStyle/>
        <a:p>
          <a:endParaRPr lang="en-US"/>
        </a:p>
      </dgm:t>
    </dgm:pt>
    <dgm:pt modelId="{412B0AF8-2DC4-4F3B-AB5F-EC6287B5759C}" type="sibTrans" cxnId="{125875F2-1E31-4EB7-B65F-40CE868889EC}">
      <dgm:prSet/>
      <dgm:spPr/>
      <dgm:t>
        <a:bodyPr/>
        <a:lstStyle/>
        <a:p>
          <a:endParaRPr lang="en-US"/>
        </a:p>
      </dgm:t>
    </dgm:pt>
    <dgm:pt modelId="{D441AD79-4F19-BA48-99B2-6FBF08F656D6}" type="pres">
      <dgm:prSet presAssocID="{85FE716D-1D59-4A83-A628-F5E3CA2B60E1}" presName="linear" presStyleCnt="0">
        <dgm:presLayoutVars>
          <dgm:dir/>
          <dgm:animLvl val="lvl"/>
          <dgm:resizeHandles val="exact"/>
        </dgm:presLayoutVars>
      </dgm:prSet>
      <dgm:spPr/>
    </dgm:pt>
    <dgm:pt modelId="{16F51C7A-AA7D-D540-B69D-526E4F36034E}" type="pres">
      <dgm:prSet presAssocID="{19B08B45-C16B-4BB7-86C5-56B93CAE1C4F}" presName="parentLin" presStyleCnt="0"/>
      <dgm:spPr/>
    </dgm:pt>
    <dgm:pt modelId="{9DD8BF23-7111-644C-9E17-BDFBC59225FF}" type="pres">
      <dgm:prSet presAssocID="{19B08B45-C16B-4BB7-86C5-56B93CAE1C4F}" presName="parentLeftMargin" presStyleLbl="node1" presStyleIdx="0" presStyleCnt="4"/>
      <dgm:spPr/>
    </dgm:pt>
    <dgm:pt modelId="{7C79B8D1-425C-C74F-A8B8-743A8A321A5A}" type="pres">
      <dgm:prSet presAssocID="{19B08B45-C16B-4BB7-86C5-56B93CAE1C4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6ECBE38-D073-3C48-89D7-D1FD7E528F65}" type="pres">
      <dgm:prSet presAssocID="{19B08B45-C16B-4BB7-86C5-56B93CAE1C4F}" presName="negativeSpace" presStyleCnt="0"/>
      <dgm:spPr/>
    </dgm:pt>
    <dgm:pt modelId="{71CD1826-D239-F64A-AA96-D822A1FBE40B}" type="pres">
      <dgm:prSet presAssocID="{19B08B45-C16B-4BB7-86C5-56B93CAE1C4F}" presName="childText" presStyleLbl="conFgAcc1" presStyleIdx="0" presStyleCnt="4">
        <dgm:presLayoutVars>
          <dgm:bulletEnabled val="1"/>
        </dgm:presLayoutVars>
      </dgm:prSet>
      <dgm:spPr/>
    </dgm:pt>
    <dgm:pt modelId="{BE52BF8D-88C0-D840-9E10-98B6ECE4318E}" type="pres">
      <dgm:prSet presAssocID="{944CE306-6E91-4DA3-A504-577BA199D1EC}" presName="spaceBetweenRectangles" presStyleCnt="0"/>
      <dgm:spPr/>
    </dgm:pt>
    <dgm:pt modelId="{BD859E85-B670-D242-86D6-DD1DE7F0A50D}" type="pres">
      <dgm:prSet presAssocID="{F6B4E161-E878-447C-9DBE-CA070094435B}" presName="parentLin" presStyleCnt="0"/>
      <dgm:spPr/>
    </dgm:pt>
    <dgm:pt modelId="{E1F15058-B712-024C-BA9A-98613996A0E3}" type="pres">
      <dgm:prSet presAssocID="{F6B4E161-E878-447C-9DBE-CA070094435B}" presName="parentLeftMargin" presStyleLbl="node1" presStyleIdx="0" presStyleCnt="4"/>
      <dgm:spPr/>
    </dgm:pt>
    <dgm:pt modelId="{1B63724D-BB0F-9942-90C6-CDDC3DF8CE23}" type="pres">
      <dgm:prSet presAssocID="{F6B4E161-E878-447C-9DBE-CA070094435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6EBF8AE-4F0B-C542-953D-AD4B9515EDD1}" type="pres">
      <dgm:prSet presAssocID="{F6B4E161-E878-447C-9DBE-CA070094435B}" presName="negativeSpace" presStyleCnt="0"/>
      <dgm:spPr/>
    </dgm:pt>
    <dgm:pt modelId="{17D2F23D-A0F3-184B-92A8-B17C43C9C62D}" type="pres">
      <dgm:prSet presAssocID="{F6B4E161-E878-447C-9DBE-CA070094435B}" presName="childText" presStyleLbl="conFgAcc1" presStyleIdx="1" presStyleCnt="4">
        <dgm:presLayoutVars>
          <dgm:bulletEnabled val="1"/>
        </dgm:presLayoutVars>
      </dgm:prSet>
      <dgm:spPr/>
    </dgm:pt>
    <dgm:pt modelId="{9F2B1AE3-B099-4840-ADEB-CA0E57E177F1}" type="pres">
      <dgm:prSet presAssocID="{4B90215D-1CE3-43DB-973C-F3DD9B5E6F58}" presName="spaceBetweenRectangles" presStyleCnt="0"/>
      <dgm:spPr/>
    </dgm:pt>
    <dgm:pt modelId="{43ABF199-4A2D-9C4C-8A3A-139691742C75}" type="pres">
      <dgm:prSet presAssocID="{7B7AF46E-C8A7-44FA-8481-05EFED60EFFB}" presName="parentLin" presStyleCnt="0"/>
      <dgm:spPr/>
    </dgm:pt>
    <dgm:pt modelId="{8A855C51-9302-AC41-9921-1C1A8B553E85}" type="pres">
      <dgm:prSet presAssocID="{7B7AF46E-C8A7-44FA-8481-05EFED60EFFB}" presName="parentLeftMargin" presStyleLbl="node1" presStyleIdx="1" presStyleCnt="4"/>
      <dgm:spPr/>
    </dgm:pt>
    <dgm:pt modelId="{DEA62713-FE7E-C849-A934-948DE6F4AFCC}" type="pres">
      <dgm:prSet presAssocID="{7B7AF46E-C8A7-44FA-8481-05EFED60EFF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33C5859-8180-0348-8BBF-BB278233AA73}" type="pres">
      <dgm:prSet presAssocID="{7B7AF46E-C8A7-44FA-8481-05EFED60EFFB}" presName="negativeSpace" presStyleCnt="0"/>
      <dgm:spPr/>
    </dgm:pt>
    <dgm:pt modelId="{9766A478-C280-C848-A62D-4DDEB71AA977}" type="pres">
      <dgm:prSet presAssocID="{7B7AF46E-C8A7-44FA-8481-05EFED60EFFB}" presName="childText" presStyleLbl="conFgAcc1" presStyleIdx="2" presStyleCnt="4">
        <dgm:presLayoutVars>
          <dgm:bulletEnabled val="1"/>
        </dgm:presLayoutVars>
      </dgm:prSet>
      <dgm:spPr/>
    </dgm:pt>
    <dgm:pt modelId="{B5145A39-5A59-3645-9DFD-988C3FCEDCEE}" type="pres">
      <dgm:prSet presAssocID="{FD1FFFEB-EC6D-4B3B-96A4-D304A243F9B6}" presName="spaceBetweenRectangles" presStyleCnt="0"/>
      <dgm:spPr/>
    </dgm:pt>
    <dgm:pt modelId="{51A05474-CCFF-9847-B5E1-27249E55C1AE}" type="pres">
      <dgm:prSet presAssocID="{858923E6-E411-4553-B886-FFEC03B592E7}" presName="parentLin" presStyleCnt="0"/>
      <dgm:spPr/>
    </dgm:pt>
    <dgm:pt modelId="{6F7AAF8B-6603-0D45-99D2-8E7763A8D76E}" type="pres">
      <dgm:prSet presAssocID="{858923E6-E411-4553-B886-FFEC03B592E7}" presName="parentLeftMargin" presStyleLbl="node1" presStyleIdx="2" presStyleCnt="4"/>
      <dgm:spPr/>
    </dgm:pt>
    <dgm:pt modelId="{95333D4C-F5B4-C94D-B1E9-986C4269B8ED}" type="pres">
      <dgm:prSet presAssocID="{858923E6-E411-4553-B886-FFEC03B592E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2E81BB8-FD0C-5C41-9260-6FC52BC297D1}" type="pres">
      <dgm:prSet presAssocID="{858923E6-E411-4553-B886-FFEC03B592E7}" presName="negativeSpace" presStyleCnt="0"/>
      <dgm:spPr/>
    </dgm:pt>
    <dgm:pt modelId="{51802743-3E07-B24A-9366-0BC59CDDD2AB}" type="pres">
      <dgm:prSet presAssocID="{858923E6-E411-4553-B886-FFEC03B592E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F48FB00-D48E-F74B-B4AD-F09B659B8450}" type="presOf" srcId="{19B08B45-C16B-4BB7-86C5-56B93CAE1C4F}" destId="{7C79B8D1-425C-C74F-A8B8-743A8A321A5A}" srcOrd="1" destOrd="0" presId="urn:microsoft.com/office/officeart/2005/8/layout/list1"/>
    <dgm:cxn modelId="{F1C2FB00-0276-F049-8802-A7B828427263}" type="presOf" srcId="{19B08B45-C16B-4BB7-86C5-56B93CAE1C4F}" destId="{9DD8BF23-7111-644C-9E17-BDFBC59225FF}" srcOrd="0" destOrd="0" presId="urn:microsoft.com/office/officeart/2005/8/layout/list1"/>
    <dgm:cxn modelId="{9EC3441C-9CF2-4CB0-BABB-415064C5BB9A}" srcId="{85FE716D-1D59-4A83-A628-F5E3CA2B60E1}" destId="{7B7AF46E-C8A7-44FA-8481-05EFED60EFFB}" srcOrd="2" destOrd="0" parTransId="{34BA70C6-5FA8-482D-97DE-2616FDC4A653}" sibTransId="{FD1FFFEB-EC6D-4B3B-96A4-D304A243F9B6}"/>
    <dgm:cxn modelId="{C82AF32D-4C79-6843-82EA-0547AC6D867C}" type="presOf" srcId="{7B7AF46E-C8A7-44FA-8481-05EFED60EFFB}" destId="{DEA62713-FE7E-C849-A934-948DE6F4AFCC}" srcOrd="1" destOrd="0" presId="urn:microsoft.com/office/officeart/2005/8/layout/list1"/>
    <dgm:cxn modelId="{A281B341-CA77-E04C-B97F-B90EC1F838C7}" type="presOf" srcId="{85FE716D-1D59-4A83-A628-F5E3CA2B60E1}" destId="{D441AD79-4F19-BA48-99B2-6FBF08F656D6}" srcOrd="0" destOrd="0" presId="urn:microsoft.com/office/officeart/2005/8/layout/list1"/>
    <dgm:cxn modelId="{7229C74F-78BD-D548-AF61-866A9476BA55}" type="presOf" srcId="{858923E6-E411-4553-B886-FFEC03B592E7}" destId="{6F7AAF8B-6603-0D45-99D2-8E7763A8D76E}" srcOrd="0" destOrd="0" presId="urn:microsoft.com/office/officeart/2005/8/layout/list1"/>
    <dgm:cxn modelId="{0DB9D474-B6A7-1848-ADE0-9773C41306A0}" type="presOf" srcId="{F6B4E161-E878-447C-9DBE-CA070094435B}" destId="{1B63724D-BB0F-9942-90C6-CDDC3DF8CE23}" srcOrd="1" destOrd="0" presId="urn:microsoft.com/office/officeart/2005/8/layout/list1"/>
    <dgm:cxn modelId="{BA7DA183-F18B-D04C-B084-258A8774EBF0}" type="presOf" srcId="{F6B4E161-E878-447C-9DBE-CA070094435B}" destId="{E1F15058-B712-024C-BA9A-98613996A0E3}" srcOrd="0" destOrd="0" presId="urn:microsoft.com/office/officeart/2005/8/layout/list1"/>
    <dgm:cxn modelId="{2053E18A-554A-4D14-A027-B0B356B8C439}" srcId="{85FE716D-1D59-4A83-A628-F5E3CA2B60E1}" destId="{F6B4E161-E878-447C-9DBE-CA070094435B}" srcOrd="1" destOrd="0" parTransId="{A136105B-1610-4EF7-9D0E-1DF390CE50B6}" sibTransId="{4B90215D-1CE3-43DB-973C-F3DD9B5E6F58}"/>
    <dgm:cxn modelId="{B6EBE497-95DB-417F-B14E-3EE7CBBB5459}" srcId="{85FE716D-1D59-4A83-A628-F5E3CA2B60E1}" destId="{19B08B45-C16B-4BB7-86C5-56B93CAE1C4F}" srcOrd="0" destOrd="0" parTransId="{AFC1F7E0-CCB5-4717-9FDF-B50935530514}" sibTransId="{944CE306-6E91-4DA3-A504-577BA199D1EC}"/>
    <dgm:cxn modelId="{E973149D-B77D-314A-A0F6-A8EAFB9E86B1}" type="presOf" srcId="{858923E6-E411-4553-B886-FFEC03B592E7}" destId="{95333D4C-F5B4-C94D-B1E9-986C4269B8ED}" srcOrd="1" destOrd="0" presId="urn:microsoft.com/office/officeart/2005/8/layout/list1"/>
    <dgm:cxn modelId="{D9708BD8-C410-904E-BC17-F26F3F1BA7E7}" type="presOf" srcId="{7B7AF46E-C8A7-44FA-8481-05EFED60EFFB}" destId="{8A855C51-9302-AC41-9921-1C1A8B553E85}" srcOrd="0" destOrd="0" presId="urn:microsoft.com/office/officeart/2005/8/layout/list1"/>
    <dgm:cxn modelId="{125875F2-1E31-4EB7-B65F-40CE868889EC}" srcId="{85FE716D-1D59-4A83-A628-F5E3CA2B60E1}" destId="{858923E6-E411-4553-B886-FFEC03B592E7}" srcOrd="3" destOrd="0" parTransId="{199DF47C-8FEA-4D2C-8EEE-A0B69968B8F0}" sibTransId="{412B0AF8-2DC4-4F3B-AB5F-EC6287B5759C}"/>
    <dgm:cxn modelId="{DF31508D-D2E5-0346-8D4A-FE19B0F7E44A}" type="presParOf" srcId="{D441AD79-4F19-BA48-99B2-6FBF08F656D6}" destId="{16F51C7A-AA7D-D540-B69D-526E4F36034E}" srcOrd="0" destOrd="0" presId="urn:microsoft.com/office/officeart/2005/8/layout/list1"/>
    <dgm:cxn modelId="{00E5D722-3D50-D348-AAAD-9DDD26675ED7}" type="presParOf" srcId="{16F51C7A-AA7D-D540-B69D-526E4F36034E}" destId="{9DD8BF23-7111-644C-9E17-BDFBC59225FF}" srcOrd="0" destOrd="0" presId="urn:microsoft.com/office/officeart/2005/8/layout/list1"/>
    <dgm:cxn modelId="{E41C7A32-F7DA-C94A-A18F-9A548189F7A9}" type="presParOf" srcId="{16F51C7A-AA7D-D540-B69D-526E4F36034E}" destId="{7C79B8D1-425C-C74F-A8B8-743A8A321A5A}" srcOrd="1" destOrd="0" presId="urn:microsoft.com/office/officeart/2005/8/layout/list1"/>
    <dgm:cxn modelId="{21BB29E6-B4DC-4149-BFA4-7A1AD06A317A}" type="presParOf" srcId="{D441AD79-4F19-BA48-99B2-6FBF08F656D6}" destId="{46ECBE38-D073-3C48-89D7-D1FD7E528F65}" srcOrd="1" destOrd="0" presId="urn:microsoft.com/office/officeart/2005/8/layout/list1"/>
    <dgm:cxn modelId="{1F122C4C-AE9C-CE49-BB0A-3DF08857FCD8}" type="presParOf" srcId="{D441AD79-4F19-BA48-99B2-6FBF08F656D6}" destId="{71CD1826-D239-F64A-AA96-D822A1FBE40B}" srcOrd="2" destOrd="0" presId="urn:microsoft.com/office/officeart/2005/8/layout/list1"/>
    <dgm:cxn modelId="{5CD007CD-BB4D-A749-B134-0E0434B8972C}" type="presParOf" srcId="{D441AD79-4F19-BA48-99B2-6FBF08F656D6}" destId="{BE52BF8D-88C0-D840-9E10-98B6ECE4318E}" srcOrd="3" destOrd="0" presId="urn:microsoft.com/office/officeart/2005/8/layout/list1"/>
    <dgm:cxn modelId="{A8B72092-01C5-BD41-B404-46DDDC25BABD}" type="presParOf" srcId="{D441AD79-4F19-BA48-99B2-6FBF08F656D6}" destId="{BD859E85-B670-D242-86D6-DD1DE7F0A50D}" srcOrd="4" destOrd="0" presId="urn:microsoft.com/office/officeart/2005/8/layout/list1"/>
    <dgm:cxn modelId="{C8A7D089-B28E-DE41-A4E3-311C7E4598CF}" type="presParOf" srcId="{BD859E85-B670-D242-86D6-DD1DE7F0A50D}" destId="{E1F15058-B712-024C-BA9A-98613996A0E3}" srcOrd="0" destOrd="0" presId="urn:microsoft.com/office/officeart/2005/8/layout/list1"/>
    <dgm:cxn modelId="{26B87396-6B0F-624A-90EA-F433FFC048B6}" type="presParOf" srcId="{BD859E85-B670-D242-86D6-DD1DE7F0A50D}" destId="{1B63724D-BB0F-9942-90C6-CDDC3DF8CE23}" srcOrd="1" destOrd="0" presId="urn:microsoft.com/office/officeart/2005/8/layout/list1"/>
    <dgm:cxn modelId="{D0627379-7530-9040-AAA0-4F066161ECAC}" type="presParOf" srcId="{D441AD79-4F19-BA48-99B2-6FBF08F656D6}" destId="{76EBF8AE-4F0B-C542-953D-AD4B9515EDD1}" srcOrd="5" destOrd="0" presId="urn:microsoft.com/office/officeart/2005/8/layout/list1"/>
    <dgm:cxn modelId="{B812517E-E05E-FE45-804C-366EAAE03B5E}" type="presParOf" srcId="{D441AD79-4F19-BA48-99B2-6FBF08F656D6}" destId="{17D2F23D-A0F3-184B-92A8-B17C43C9C62D}" srcOrd="6" destOrd="0" presId="urn:microsoft.com/office/officeart/2005/8/layout/list1"/>
    <dgm:cxn modelId="{07839267-81EC-3749-978C-3A269822BB3D}" type="presParOf" srcId="{D441AD79-4F19-BA48-99B2-6FBF08F656D6}" destId="{9F2B1AE3-B099-4840-ADEB-CA0E57E177F1}" srcOrd="7" destOrd="0" presId="urn:microsoft.com/office/officeart/2005/8/layout/list1"/>
    <dgm:cxn modelId="{55E78045-E428-EE46-BE24-4694A1093F2C}" type="presParOf" srcId="{D441AD79-4F19-BA48-99B2-6FBF08F656D6}" destId="{43ABF199-4A2D-9C4C-8A3A-139691742C75}" srcOrd="8" destOrd="0" presId="urn:microsoft.com/office/officeart/2005/8/layout/list1"/>
    <dgm:cxn modelId="{22C7985A-3E5E-F04F-BD53-5308A26391DF}" type="presParOf" srcId="{43ABF199-4A2D-9C4C-8A3A-139691742C75}" destId="{8A855C51-9302-AC41-9921-1C1A8B553E85}" srcOrd="0" destOrd="0" presId="urn:microsoft.com/office/officeart/2005/8/layout/list1"/>
    <dgm:cxn modelId="{C023BA14-C8C0-D346-AC8D-C64DB1D24CF3}" type="presParOf" srcId="{43ABF199-4A2D-9C4C-8A3A-139691742C75}" destId="{DEA62713-FE7E-C849-A934-948DE6F4AFCC}" srcOrd="1" destOrd="0" presId="urn:microsoft.com/office/officeart/2005/8/layout/list1"/>
    <dgm:cxn modelId="{359FB00C-681D-AB4D-91C9-CF51E7AE4D74}" type="presParOf" srcId="{D441AD79-4F19-BA48-99B2-6FBF08F656D6}" destId="{333C5859-8180-0348-8BBF-BB278233AA73}" srcOrd="9" destOrd="0" presId="urn:microsoft.com/office/officeart/2005/8/layout/list1"/>
    <dgm:cxn modelId="{F86823F5-F04B-534B-BFFF-971D26F6C748}" type="presParOf" srcId="{D441AD79-4F19-BA48-99B2-6FBF08F656D6}" destId="{9766A478-C280-C848-A62D-4DDEB71AA977}" srcOrd="10" destOrd="0" presId="urn:microsoft.com/office/officeart/2005/8/layout/list1"/>
    <dgm:cxn modelId="{18CAF61F-30F2-E443-A5AE-2AACCF9E97BC}" type="presParOf" srcId="{D441AD79-4F19-BA48-99B2-6FBF08F656D6}" destId="{B5145A39-5A59-3645-9DFD-988C3FCEDCEE}" srcOrd="11" destOrd="0" presId="urn:microsoft.com/office/officeart/2005/8/layout/list1"/>
    <dgm:cxn modelId="{6C6A55DD-2BE0-8C4B-875D-8D980BD37602}" type="presParOf" srcId="{D441AD79-4F19-BA48-99B2-6FBF08F656D6}" destId="{51A05474-CCFF-9847-B5E1-27249E55C1AE}" srcOrd="12" destOrd="0" presId="urn:microsoft.com/office/officeart/2005/8/layout/list1"/>
    <dgm:cxn modelId="{D4B96B27-8DA0-004B-A16C-F675E112A38C}" type="presParOf" srcId="{51A05474-CCFF-9847-B5E1-27249E55C1AE}" destId="{6F7AAF8B-6603-0D45-99D2-8E7763A8D76E}" srcOrd="0" destOrd="0" presId="urn:microsoft.com/office/officeart/2005/8/layout/list1"/>
    <dgm:cxn modelId="{9DEFE865-0469-6A44-950C-6B07FDF7F4CA}" type="presParOf" srcId="{51A05474-CCFF-9847-B5E1-27249E55C1AE}" destId="{95333D4C-F5B4-C94D-B1E9-986C4269B8ED}" srcOrd="1" destOrd="0" presId="urn:microsoft.com/office/officeart/2005/8/layout/list1"/>
    <dgm:cxn modelId="{337F65A5-3499-8748-AB0E-35D3798ED4A5}" type="presParOf" srcId="{D441AD79-4F19-BA48-99B2-6FBF08F656D6}" destId="{12E81BB8-FD0C-5C41-9260-6FC52BC297D1}" srcOrd="13" destOrd="0" presId="urn:microsoft.com/office/officeart/2005/8/layout/list1"/>
    <dgm:cxn modelId="{A94FF8D1-9593-634E-81C5-AD387042C50B}" type="presParOf" srcId="{D441AD79-4F19-BA48-99B2-6FBF08F656D6}" destId="{51802743-3E07-B24A-9366-0BC59CDDD2AB}" srcOrd="14" destOrd="0" presId="urn:microsoft.com/office/officeart/2005/8/layout/list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E60F15A-0EE2-4360-95A8-9A0325E4251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28B2E2B-70DB-4A99-8BA2-69C7817B7FDA}">
      <dgm:prSet/>
      <dgm:spPr/>
      <dgm:t>
        <a:bodyPr/>
        <a:lstStyle/>
        <a:p>
          <a:r>
            <a:rPr lang="en-US"/>
            <a:t>Calculate effect sizes</a:t>
          </a:r>
        </a:p>
      </dgm:t>
    </dgm:pt>
    <dgm:pt modelId="{0F7A0D0C-C066-4CB0-BFF4-AD34B8982C8E}" type="parTrans" cxnId="{9B49242B-D401-452C-AC28-5E47361CF8B3}">
      <dgm:prSet/>
      <dgm:spPr/>
      <dgm:t>
        <a:bodyPr/>
        <a:lstStyle/>
        <a:p>
          <a:endParaRPr lang="en-US"/>
        </a:p>
      </dgm:t>
    </dgm:pt>
    <dgm:pt modelId="{88C992F1-9D34-4FD4-8CDB-E3B19E6E42C6}" type="sibTrans" cxnId="{9B49242B-D401-452C-AC28-5E47361CF8B3}">
      <dgm:prSet/>
      <dgm:spPr/>
      <dgm:t>
        <a:bodyPr/>
        <a:lstStyle/>
        <a:p>
          <a:endParaRPr lang="en-US"/>
        </a:p>
      </dgm:t>
    </dgm:pt>
    <dgm:pt modelId="{B0948A1E-648D-46D4-811F-D2DBC7ADBAF9}">
      <dgm:prSet/>
      <dgm:spPr/>
      <dgm:t>
        <a:bodyPr/>
        <a:lstStyle/>
        <a:p>
          <a:r>
            <a:rPr lang="en-US"/>
            <a:t>Fit meta‑analytic model</a:t>
          </a:r>
        </a:p>
      </dgm:t>
    </dgm:pt>
    <dgm:pt modelId="{4CD4BED0-E91E-4333-8031-11B2B3AA38E8}" type="parTrans" cxnId="{6AA95532-046C-41AE-B0B0-17CAC224F190}">
      <dgm:prSet/>
      <dgm:spPr/>
      <dgm:t>
        <a:bodyPr/>
        <a:lstStyle/>
        <a:p>
          <a:endParaRPr lang="en-US"/>
        </a:p>
      </dgm:t>
    </dgm:pt>
    <dgm:pt modelId="{CA90BE80-F78A-4E0A-B18C-319D8DE2EF5C}" type="sibTrans" cxnId="{6AA95532-046C-41AE-B0B0-17CAC224F190}">
      <dgm:prSet/>
      <dgm:spPr/>
      <dgm:t>
        <a:bodyPr/>
        <a:lstStyle/>
        <a:p>
          <a:endParaRPr lang="en-US"/>
        </a:p>
      </dgm:t>
    </dgm:pt>
    <dgm:pt modelId="{0E73BCCD-D11C-43D2-AB2D-405615BE7839}">
      <dgm:prSet/>
      <dgm:spPr/>
      <dgm:t>
        <a:bodyPr/>
        <a:lstStyle/>
        <a:p>
          <a:r>
            <a:rPr lang="en-US"/>
            <a:t>Interpret model outputs</a:t>
          </a:r>
        </a:p>
      </dgm:t>
    </dgm:pt>
    <dgm:pt modelId="{D6DB26A6-9A40-44AE-863A-B109A8090934}" type="parTrans" cxnId="{57F1BFB8-685E-4C8F-9BFD-814E6D0C32D5}">
      <dgm:prSet/>
      <dgm:spPr/>
      <dgm:t>
        <a:bodyPr/>
        <a:lstStyle/>
        <a:p>
          <a:endParaRPr lang="en-US"/>
        </a:p>
      </dgm:t>
    </dgm:pt>
    <dgm:pt modelId="{1F775042-BC89-4304-BF54-77B83CAE06C9}" type="sibTrans" cxnId="{57F1BFB8-685E-4C8F-9BFD-814E6D0C32D5}">
      <dgm:prSet/>
      <dgm:spPr/>
      <dgm:t>
        <a:bodyPr/>
        <a:lstStyle/>
        <a:p>
          <a:endParaRPr lang="en-US"/>
        </a:p>
      </dgm:t>
    </dgm:pt>
    <dgm:pt modelId="{64EBA69F-AC93-49EF-85DD-A55F95114120}">
      <dgm:prSet/>
      <dgm:spPr/>
      <dgm:t>
        <a:bodyPr/>
        <a:lstStyle/>
        <a:p>
          <a:r>
            <a:rPr lang="en-US" dirty="0"/>
            <a:t>Assess heterogeneity</a:t>
          </a:r>
        </a:p>
      </dgm:t>
    </dgm:pt>
    <dgm:pt modelId="{80505ACE-FE0C-44A9-91AC-E7044846D1FD}" type="parTrans" cxnId="{3B2157C1-852D-45D9-BB07-2E83FEBA3635}">
      <dgm:prSet/>
      <dgm:spPr/>
      <dgm:t>
        <a:bodyPr/>
        <a:lstStyle/>
        <a:p>
          <a:endParaRPr lang="en-US"/>
        </a:p>
      </dgm:t>
    </dgm:pt>
    <dgm:pt modelId="{250C35E1-A9E1-426D-9D64-CD981745F0DB}" type="sibTrans" cxnId="{3B2157C1-852D-45D9-BB07-2E83FEBA3635}">
      <dgm:prSet/>
      <dgm:spPr/>
      <dgm:t>
        <a:bodyPr/>
        <a:lstStyle/>
        <a:p>
          <a:endParaRPr lang="en-US"/>
        </a:p>
      </dgm:t>
    </dgm:pt>
    <dgm:pt modelId="{E8A04E92-CFFF-4546-A059-C234E78BEDDC}" type="pres">
      <dgm:prSet presAssocID="{1E60F15A-0EE2-4360-95A8-9A0325E42510}" presName="root" presStyleCnt="0">
        <dgm:presLayoutVars>
          <dgm:dir/>
          <dgm:resizeHandles val="exact"/>
        </dgm:presLayoutVars>
      </dgm:prSet>
      <dgm:spPr/>
    </dgm:pt>
    <dgm:pt modelId="{A9207C9B-7311-48E9-94D0-CFD12C2FC007}" type="pres">
      <dgm:prSet presAssocID="{C28B2E2B-70DB-4A99-8BA2-69C7817B7FDA}" presName="compNode" presStyleCnt="0"/>
      <dgm:spPr/>
    </dgm:pt>
    <dgm:pt modelId="{5B058B4E-56FA-49E1-88B8-F46DD59ECB23}" type="pres">
      <dgm:prSet presAssocID="{C28B2E2B-70DB-4A99-8BA2-69C7817B7FD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2928F806-BD40-4281-ADD0-23AD00000272}" type="pres">
      <dgm:prSet presAssocID="{C28B2E2B-70DB-4A99-8BA2-69C7817B7FDA}" presName="spaceRect" presStyleCnt="0"/>
      <dgm:spPr/>
    </dgm:pt>
    <dgm:pt modelId="{ED360296-2A6C-4AE8-ADCA-2F5334430637}" type="pres">
      <dgm:prSet presAssocID="{C28B2E2B-70DB-4A99-8BA2-69C7817B7FDA}" presName="textRect" presStyleLbl="revTx" presStyleIdx="0" presStyleCnt="4">
        <dgm:presLayoutVars>
          <dgm:chMax val="1"/>
          <dgm:chPref val="1"/>
        </dgm:presLayoutVars>
      </dgm:prSet>
      <dgm:spPr/>
    </dgm:pt>
    <dgm:pt modelId="{36EFBB13-39AC-45B3-A823-6CB9FC1FA2DA}" type="pres">
      <dgm:prSet presAssocID="{88C992F1-9D34-4FD4-8CDB-E3B19E6E42C6}" presName="sibTrans" presStyleCnt="0"/>
      <dgm:spPr/>
    </dgm:pt>
    <dgm:pt modelId="{F65AC9F4-DF40-4A08-A7E6-6E745FC6BC2B}" type="pres">
      <dgm:prSet presAssocID="{B0948A1E-648D-46D4-811F-D2DBC7ADBAF9}" presName="compNode" presStyleCnt="0"/>
      <dgm:spPr/>
    </dgm:pt>
    <dgm:pt modelId="{1E07BEF7-CDFB-476C-A671-F470C34F6684}" type="pres">
      <dgm:prSet presAssocID="{B0948A1E-648D-46D4-811F-D2DBC7ADBAF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A4065AB-10F6-4F1D-B08C-C36BF6A5A905}" type="pres">
      <dgm:prSet presAssocID="{B0948A1E-648D-46D4-811F-D2DBC7ADBAF9}" presName="spaceRect" presStyleCnt="0"/>
      <dgm:spPr/>
    </dgm:pt>
    <dgm:pt modelId="{30DD1157-A460-4913-B522-B0F35B8F101B}" type="pres">
      <dgm:prSet presAssocID="{B0948A1E-648D-46D4-811F-D2DBC7ADBAF9}" presName="textRect" presStyleLbl="revTx" presStyleIdx="1" presStyleCnt="4">
        <dgm:presLayoutVars>
          <dgm:chMax val="1"/>
          <dgm:chPref val="1"/>
        </dgm:presLayoutVars>
      </dgm:prSet>
      <dgm:spPr/>
    </dgm:pt>
    <dgm:pt modelId="{95F581A5-44C8-4D75-AF6D-FE520468CBAD}" type="pres">
      <dgm:prSet presAssocID="{CA90BE80-F78A-4E0A-B18C-319D8DE2EF5C}" presName="sibTrans" presStyleCnt="0"/>
      <dgm:spPr/>
    </dgm:pt>
    <dgm:pt modelId="{7C1A45BF-8CF1-4310-907C-83242D7664ED}" type="pres">
      <dgm:prSet presAssocID="{0E73BCCD-D11C-43D2-AB2D-405615BE7839}" presName="compNode" presStyleCnt="0"/>
      <dgm:spPr/>
    </dgm:pt>
    <dgm:pt modelId="{0442F435-1CCA-4331-A710-8799F9C5193C}" type="pres">
      <dgm:prSet presAssocID="{0E73BCCD-D11C-43D2-AB2D-405615BE783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6E21A9C-3924-45CE-9A65-64DEB5B5D1F5}" type="pres">
      <dgm:prSet presAssocID="{0E73BCCD-D11C-43D2-AB2D-405615BE7839}" presName="spaceRect" presStyleCnt="0"/>
      <dgm:spPr/>
    </dgm:pt>
    <dgm:pt modelId="{C8EFD674-4D64-4274-A489-7A24EB97AAD1}" type="pres">
      <dgm:prSet presAssocID="{0E73BCCD-D11C-43D2-AB2D-405615BE7839}" presName="textRect" presStyleLbl="revTx" presStyleIdx="2" presStyleCnt="4">
        <dgm:presLayoutVars>
          <dgm:chMax val="1"/>
          <dgm:chPref val="1"/>
        </dgm:presLayoutVars>
      </dgm:prSet>
      <dgm:spPr/>
    </dgm:pt>
    <dgm:pt modelId="{376FBE0D-7A4A-48F3-9179-AF55C0350B4D}" type="pres">
      <dgm:prSet presAssocID="{1F775042-BC89-4304-BF54-77B83CAE06C9}" presName="sibTrans" presStyleCnt="0"/>
      <dgm:spPr/>
    </dgm:pt>
    <dgm:pt modelId="{FA984D8A-6B7D-479D-A348-88DD8BEA5077}" type="pres">
      <dgm:prSet presAssocID="{64EBA69F-AC93-49EF-85DD-A55F95114120}" presName="compNode" presStyleCnt="0"/>
      <dgm:spPr/>
    </dgm:pt>
    <dgm:pt modelId="{6B90228A-3F76-48B7-9C39-E3E7C53CFC68}" type="pres">
      <dgm:prSet presAssocID="{64EBA69F-AC93-49EF-85DD-A55F9511412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5851EE3E-35D5-48D0-A78D-A6ACE49E594A}" type="pres">
      <dgm:prSet presAssocID="{64EBA69F-AC93-49EF-85DD-A55F95114120}" presName="spaceRect" presStyleCnt="0"/>
      <dgm:spPr/>
    </dgm:pt>
    <dgm:pt modelId="{7066F577-BCA6-4B54-BEF5-EFC9ACC0D9AA}" type="pres">
      <dgm:prSet presAssocID="{64EBA69F-AC93-49EF-85DD-A55F9511412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B49242B-D401-452C-AC28-5E47361CF8B3}" srcId="{1E60F15A-0EE2-4360-95A8-9A0325E42510}" destId="{C28B2E2B-70DB-4A99-8BA2-69C7817B7FDA}" srcOrd="0" destOrd="0" parTransId="{0F7A0D0C-C066-4CB0-BFF4-AD34B8982C8E}" sibTransId="{88C992F1-9D34-4FD4-8CDB-E3B19E6E42C6}"/>
    <dgm:cxn modelId="{6AA95532-046C-41AE-B0B0-17CAC224F190}" srcId="{1E60F15A-0EE2-4360-95A8-9A0325E42510}" destId="{B0948A1E-648D-46D4-811F-D2DBC7ADBAF9}" srcOrd="1" destOrd="0" parTransId="{4CD4BED0-E91E-4333-8031-11B2B3AA38E8}" sibTransId="{CA90BE80-F78A-4E0A-B18C-319D8DE2EF5C}"/>
    <dgm:cxn modelId="{6283B166-5CF1-4218-9AAD-C7DE1FEF6C7C}" type="presOf" srcId="{64EBA69F-AC93-49EF-85DD-A55F95114120}" destId="{7066F577-BCA6-4B54-BEF5-EFC9ACC0D9AA}" srcOrd="0" destOrd="0" presId="urn:microsoft.com/office/officeart/2018/2/layout/IconLabelList"/>
    <dgm:cxn modelId="{64D6FC80-59BF-4D19-A76B-DCFBA4C6CF0B}" type="presOf" srcId="{B0948A1E-648D-46D4-811F-D2DBC7ADBAF9}" destId="{30DD1157-A460-4913-B522-B0F35B8F101B}" srcOrd="0" destOrd="0" presId="urn:microsoft.com/office/officeart/2018/2/layout/IconLabelList"/>
    <dgm:cxn modelId="{FB56A0B1-0E2F-4683-84C5-18D935FFA466}" type="presOf" srcId="{1E60F15A-0EE2-4360-95A8-9A0325E42510}" destId="{E8A04E92-CFFF-4546-A059-C234E78BEDDC}" srcOrd="0" destOrd="0" presId="urn:microsoft.com/office/officeart/2018/2/layout/IconLabelList"/>
    <dgm:cxn modelId="{57F1BFB8-685E-4C8F-9BFD-814E6D0C32D5}" srcId="{1E60F15A-0EE2-4360-95A8-9A0325E42510}" destId="{0E73BCCD-D11C-43D2-AB2D-405615BE7839}" srcOrd="2" destOrd="0" parTransId="{D6DB26A6-9A40-44AE-863A-B109A8090934}" sibTransId="{1F775042-BC89-4304-BF54-77B83CAE06C9}"/>
    <dgm:cxn modelId="{0BAE09BA-6120-4038-AF4C-523ED76068D2}" type="presOf" srcId="{0E73BCCD-D11C-43D2-AB2D-405615BE7839}" destId="{C8EFD674-4D64-4274-A489-7A24EB97AAD1}" srcOrd="0" destOrd="0" presId="urn:microsoft.com/office/officeart/2018/2/layout/IconLabelList"/>
    <dgm:cxn modelId="{3B2157C1-852D-45D9-BB07-2E83FEBA3635}" srcId="{1E60F15A-0EE2-4360-95A8-9A0325E42510}" destId="{64EBA69F-AC93-49EF-85DD-A55F95114120}" srcOrd="3" destOrd="0" parTransId="{80505ACE-FE0C-44A9-91AC-E7044846D1FD}" sibTransId="{250C35E1-A9E1-426D-9D64-CD981745F0DB}"/>
    <dgm:cxn modelId="{F3507BDC-B476-4942-9708-4F0AB9B19584}" type="presOf" srcId="{C28B2E2B-70DB-4A99-8BA2-69C7817B7FDA}" destId="{ED360296-2A6C-4AE8-ADCA-2F5334430637}" srcOrd="0" destOrd="0" presId="urn:microsoft.com/office/officeart/2018/2/layout/IconLabelList"/>
    <dgm:cxn modelId="{C4B05472-9909-493B-B519-5A0872ABCF11}" type="presParOf" srcId="{E8A04E92-CFFF-4546-A059-C234E78BEDDC}" destId="{A9207C9B-7311-48E9-94D0-CFD12C2FC007}" srcOrd="0" destOrd="0" presId="urn:microsoft.com/office/officeart/2018/2/layout/IconLabelList"/>
    <dgm:cxn modelId="{88E8F361-C904-4C97-BBA8-9639E283F196}" type="presParOf" srcId="{A9207C9B-7311-48E9-94D0-CFD12C2FC007}" destId="{5B058B4E-56FA-49E1-88B8-F46DD59ECB23}" srcOrd="0" destOrd="0" presId="urn:microsoft.com/office/officeart/2018/2/layout/IconLabelList"/>
    <dgm:cxn modelId="{47C12F5F-A698-49E7-8B91-B98F7E76B89E}" type="presParOf" srcId="{A9207C9B-7311-48E9-94D0-CFD12C2FC007}" destId="{2928F806-BD40-4281-ADD0-23AD00000272}" srcOrd="1" destOrd="0" presId="urn:microsoft.com/office/officeart/2018/2/layout/IconLabelList"/>
    <dgm:cxn modelId="{7D6941A9-531C-49BB-A4CD-8F8F88BB96EB}" type="presParOf" srcId="{A9207C9B-7311-48E9-94D0-CFD12C2FC007}" destId="{ED360296-2A6C-4AE8-ADCA-2F5334430637}" srcOrd="2" destOrd="0" presId="urn:microsoft.com/office/officeart/2018/2/layout/IconLabelList"/>
    <dgm:cxn modelId="{EC90850A-9331-40CE-B315-A9DE95441E38}" type="presParOf" srcId="{E8A04E92-CFFF-4546-A059-C234E78BEDDC}" destId="{36EFBB13-39AC-45B3-A823-6CB9FC1FA2DA}" srcOrd="1" destOrd="0" presId="urn:microsoft.com/office/officeart/2018/2/layout/IconLabelList"/>
    <dgm:cxn modelId="{8D2768F1-A30E-4C51-923B-1D3376F6699F}" type="presParOf" srcId="{E8A04E92-CFFF-4546-A059-C234E78BEDDC}" destId="{F65AC9F4-DF40-4A08-A7E6-6E745FC6BC2B}" srcOrd="2" destOrd="0" presId="urn:microsoft.com/office/officeart/2018/2/layout/IconLabelList"/>
    <dgm:cxn modelId="{76AC44DE-79F2-4613-A884-4A8F81A28725}" type="presParOf" srcId="{F65AC9F4-DF40-4A08-A7E6-6E745FC6BC2B}" destId="{1E07BEF7-CDFB-476C-A671-F470C34F6684}" srcOrd="0" destOrd="0" presId="urn:microsoft.com/office/officeart/2018/2/layout/IconLabelList"/>
    <dgm:cxn modelId="{D6C41AF4-9D57-406A-B451-19B459DE103A}" type="presParOf" srcId="{F65AC9F4-DF40-4A08-A7E6-6E745FC6BC2B}" destId="{6A4065AB-10F6-4F1D-B08C-C36BF6A5A905}" srcOrd="1" destOrd="0" presId="urn:microsoft.com/office/officeart/2018/2/layout/IconLabelList"/>
    <dgm:cxn modelId="{540CA265-7B33-4F4B-AB19-5569A886AD51}" type="presParOf" srcId="{F65AC9F4-DF40-4A08-A7E6-6E745FC6BC2B}" destId="{30DD1157-A460-4913-B522-B0F35B8F101B}" srcOrd="2" destOrd="0" presId="urn:microsoft.com/office/officeart/2018/2/layout/IconLabelList"/>
    <dgm:cxn modelId="{3C173038-4303-4B12-BA4A-9CF36FB9B2D1}" type="presParOf" srcId="{E8A04E92-CFFF-4546-A059-C234E78BEDDC}" destId="{95F581A5-44C8-4D75-AF6D-FE520468CBAD}" srcOrd="3" destOrd="0" presId="urn:microsoft.com/office/officeart/2018/2/layout/IconLabelList"/>
    <dgm:cxn modelId="{CECA8331-AAC8-4326-9393-AB5F6745C501}" type="presParOf" srcId="{E8A04E92-CFFF-4546-A059-C234E78BEDDC}" destId="{7C1A45BF-8CF1-4310-907C-83242D7664ED}" srcOrd="4" destOrd="0" presId="urn:microsoft.com/office/officeart/2018/2/layout/IconLabelList"/>
    <dgm:cxn modelId="{60F682A0-8CAE-4AEC-8D09-9D014E12F253}" type="presParOf" srcId="{7C1A45BF-8CF1-4310-907C-83242D7664ED}" destId="{0442F435-1CCA-4331-A710-8799F9C5193C}" srcOrd="0" destOrd="0" presId="urn:microsoft.com/office/officeart/2018/2/layout/IconLabelList"/>
    <dgm:cxn modelId="{105B0448-37CB-4C43-B0BD-892DD2B8CA81}" type="presParOf" srcId="{7C1A45BF-8CF1-4310-907C-83242D7664ED}" destId="{16E21A9C-3924-45CE-9A65-64DEB5B5D1F5}" srcOrd="1" destOrd="0" presId="urn:microsoft.com/office/officeart/2018/2/layout/IconLabelList"/>
    <dgm:cxn modelId="{6C5ED3DB-59F5-4968-A45D-356A482092CF}" type="presParOf" srcId="{7C1A45BF-8CF1-4310-907C-83242D7664ED}" destId="{C8EFD674-4D64-4274-A489-7A24EB97AAD1}" srcOrd="2" destOrd="0" presId="urn:microsoft.com/office/officeart/2018/2/layout/IconLabelList"/>
    <dgm:cxn modelId="{E3F7C08D-CB8A-4ECC-BC31-15ACB0537413}" type="presParOf" srcId="{E8A04E92-CFFF-4546-A059-C234E78BEDDC}" destId="{376FBE0D-7A4A-48F3-9179-AF55C0350B4D}" srcOrd="5" destOrd="0" presId="urn:microsoft.com/office/officeart/2018/2/layout/IconLabelList"/>
    <dgm:cxn modelId="{4FBA3504-DFEE-495E-B0B2-48A7BFD34FE2}" type="presParOf" srcId="{E8A04E92-CFFF-4546-A059-C234E78BEDDC}" destId="{FA984D8A-6B7D-479D-A348-88DD8BEA5077}" srcOrd="6" destOrd="0" presId="urn:microsoft.com/office/officeart/2018/2/layout/IconLabelList"/>
    <dgm:cxn modelId="{DF0965AF-66CD-4D70-AAE2-C2A8ACA92745}" type="presParOf" srcId="{FA984D8A-6B7D-479D-A348-88DD8BEA5077}" destId="{6B90228A-3F76-48B7-9C39-E3E7C53CFC68}" srcOrd="0" destOrd="0" presId="urn:microsoft.com/office/officeart/2018/2/layout/IconLabelList"/>
    <dgm:cxn modelId="{94D026DE-6AFE-4BD4-A62E-3102DD587896}" type="presParOf" srcId="{FA984D8A-6B7D-479D-A348-88DD8BEA5077}" destId="{5851EE3E-35D5-48D0-A78D-A6ACE49E594A}" srcOrd="1" destOrd="0" presId="urn:microsoft.com/office/officeart/2018/2/layout/IconLabelList"/>
    <dgm:cxn modelId="{68475B70-74BB-413E-85CE-C55E81316ADC}" type="presParOf" srcId="{FA984D8A-6B7D-479D-A348-88DD8BEA5077}" destId="{7066F577-BCA6-4B54-BEF5-EFC9ACC0D9A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7E873BF-11C8-4B01-B784-C6AC1499D395}" type="doc">
      <dgm:prSet loTypeId="urn:microsoft.com/office/officeart/2005/8/layout/list1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6FA0881-4DD1-48F2-8DB3-E88EB62741B0}">
      <dgm:prSet custT="1"/>
      <dgm:spPr/>
      <dgm:t>
        <a:bodyPr/>
        <a:lstStyle/>
        <a:p>
          <a:r>
            <a:rPr lang="en-US" sz="2400" dirty="0" err="1"/>
            <a:t>Visualise</a:t>
          </a:r>
          <a:endParaRPr lang="en-US" sz="2400" dirty="0"/>
        </a:p>
      </dgm:t>
    </dgm:pt>
    <dgm:pt modelId="{28B25B73-4EB2-4D6A-B989-DA96B8B9D618}" type="parTrans" cxnId="{B7942AE1-CD3A-4BD0-A62A-D9A9D7E840F6}">
      <dgm:prSet/>
      <dgm:spPr/>
      <dgm:t>
        <a:bodyPr/>
        <a:lstStyle/>
        <a:p>
          <a:endParaRPr lang="en-US" sz="2000"/>
        </a:p>
      </dgm:t>
    </dgm:pt>
    <dgm:pt modelId="{24ED0284-A006-48FC-909C-E041B17399ED}" type="sibTrans" cxnId="{B7942AE1-CD3A-4BD0-A62A-D9A9D7E840F6}">
      <dgm:prSet/>
      <dgm:spPr/>
      <dgm:t>
        <a:bodyPr/>
        <a:lstStyle/>
        <a:p>
          <a:endParaRPr lang="en-US" sz="2000"/>
        </a:p>
      </dgm:t>
    </dgm:pt>
    <dgm:pt modelId="{B34ABB6C-F592-4111-BF08-2360DB4D30E9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2000"/>
            <a:t>Visualise study quality</a:t>
          </a:r>
        </a:p>
      </dgm:t>
    </dgm:pt>
    <dgm:pt modelId="{B75D3B30-D48C-4F8C-86B1-0FA1F1564785}" type="parTrans" cxnId="{7CB51F5A-7CEF-46C7-9459-B223CD14D44D}">
      <dgm:prSet/>
      <dgm:spPr/>
      <dgm:t>
        <a:bodyPr/>
        <a:lstStyle/>
        <a:p>
          <a:endParaRPr lang="en-US" sz="2000"/>
        </a:p>
      </dgm:t>
    </dgm:pt>
    <dgm:pt modelId="{C6093E24-DD2F-4853-A5DE-0609DC7ADC87}" type="sibTrans" cxnId="{7CB51F5A-7CEF-46C7-9459-B223CD14D44D}">
      <dgm:prSet/>
      <dgm:spPr/>
      <dgm:t>
        <a:bodyPr/>
        <a:lstStyle/>
        <a:p>
          <a:endParaRPr lang="en-US" sz="2000"/>
        </a:p>
      </dgm:t>
    </dgm:pt>
    <dgm:pt modelId="{1A4E4129-9931-43A9-9F29-E4E6B53948B9}">
      <dgm:prSet custT="1"/>
      <dgm:spPr/>
      <dgm:t>
        <a:bodyPr/>
        <a:lstStyle/>
        <a:p>
          <a:r>
            <a:rPr lang="en-US" sz="2400" dirty="0" err="1"/>
            <a:t>Summarise</a:t>
          </a:r>
          <a:endParaRPr lang="en-US" sz="2400" dirty="0"/>
        </a:p>
      </dgm:t>
    </dgm:pt>
    <dgm:pt modelId="{17FBD95A-F0E3-4FE8-A55E-35A1683BDA0D}" type="parTrans" cxnId="{33C3FF5B-1E74-47A9-AC5A-190EF0708A22}">
      <dgm:prSet/>
      <dgm:spPr/>
      <dgm:t>
        <a:bodyPr/>
        <a:lstStyle/>
        <a:p>
          <a:endParaRPr lang="en-US" sz="2000"/>
        </a:p>
      </dgm:t>
    </dgm:pt>
    <dgm:pt modelId="{6B71DE6F-ABAF-4CF4-A89F-F36B2D9140DF}" type="sibTrans" cxnId="{33C3FF5B-1E74-47A9-AC5A-190EF0708A22}">
      <dgm:prSet/>
      <dgm:spPr/>
      <dgm:t>
        <a:bodyPr/>
        <a:lstStyle/>
        <a:p>
          <a:endParaRPr lang="en-US" sz="2000"/>
        </a:p>
      </dgm:t>
    </dgm:pt>
    <dgm:pt modelId="{1E77DF74-FA6D-4CE4-8A18-AF910B8EB2E3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2000"/>
            <a:t>Summarise bias assessments</a:t>
          </a:r>
        </a:p>
      </dgm:t>
    </dgm:pt>
    <dgm:pt modelId="{7CDB4DAB-DD7A-478B-8996-E4DFFF84E45D}" type="parTrans" cxnId="{DDB838A6-5039-4322-9A2A-CA13885C48C7}">
      <dgm:prSet/>
      <dgm:spPr/>
      <dgm:t>
        <a:bodyPr/>
        <a:lstStyle/>
        <a:p>
          <a:endParaRPr lang="en-US" sz="2000"/>
        </a:p>
      </dgm:t>
    </dgm:pt>
    <dgm:pt modelId="{77E9156B-FD22-444D-9EEA-70C69E7CD938}" type="sibTrans" cxnId="{DDB838A6-5039-4322-9A2A-CA13885C48C7}">
      <dgm:prSet/>
      <dgm:spPr/>
      <dgm:t>
        <a:bodyPr/>
        <a:lstStyle/>
        <a:p>
          <a:endParaRPr lang="en-US" sz="2000"/>
        </a:p>
      </dgm:t>
    </dgm:pt>
    <dgm:pt modelId="{73A5C9AC-3E71-43C6-AAC7-722AE3A44B7F}">
      <dgm:prSet custT="1"/>
      <dgm:spPr/>
      <dgm:t>
        <a:bodyPr/>
        <a:lstStyle/>
        <a:p>
          <a:r>
            <a:rPr lang="en-US" sz="2400" dirty="0"/>
            <a:t>Communicate</a:t>
          </a:r>
        </a:p>
      </dgm:t>
    </dgm:pt>
    <dgm:pt modelId="{7253632A-FC2B-40FC-8BC6-D4EFB0B05331}" type="parTrans" cxnId="{CDADFDC0-1973-4609-BBAA-2DB74C8E88D6}">
      <dgm:prSet/>
      <dgm:spPr/>
      <dgm:t>
        <a:bodyPr/>
        <a:lstStyle/>
        <a:p>
          <a:endParaRPr lang="en-US" sz="2000"/>
        </a:p>
      </dgm:t>
    </dgm:pt>
    <dgm:pt modelId="{4F316533-4DE9-45B1-9F91-653871AA8B7E}" type="sibTrans" cxnId="{CDADFDC0-1973-4609-BBAA-2DB74C8E88D6}">
      <dgm:prSet/>
      <dgm:spPr/>
      <dgm:t>
        <a:bodyPr/>
        <a:lstStyle/>
        <a:p>
          <a:endParaRPr lang="en-US" sz="2000"/>
        </a:p>
      </dgm:t>
    </dgm:pt>
    <dgm:pt modelId="{E17270C4-7366-4822-B9BD-68C79EFC5066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2000" dirty="0"/>
            <a:t>Communicate limitations clearly</a:t>
          </a:r>
        </a:p>
      </dgm:t>
    </dgm:pt>
    <dgm:pt modelId="{F62C9FD8-7369-4FE9-BBBA-A573AD28AFEC}" type="parTrans" cxnId="{33EEBF1C-B9E7-4492-8DCF-60890D36F987}">
      <dgm:prSet/>
      <dgm:spPr/>
      <dgm:t>
        <a:bodyPr/>
        <a:lstStyle/>
        <a:p>
          <a:endParaRPr lang="en-US" sz="2000"/>
        </a:p>
      </dgm:t>
    </dgm:pt>
    <dgm:pt modelId="{6625FFEC-C526-48AC-9E60-F8A738E04591}" type="sibTrans" cxnId="{33EEBF1C-B9E7-4492-8DCF-60890D36F987}">
      <dgm:prSet/>
      <dgm:spPr/>
      <dgm:t>
        <a:bodyPr/>
        <a:lstStyle/>
        <a:p>
          <a:endParaRPr lang="en-US" sz="2000"/>
        </a:p>
      </dgm:t>
    </dgm:pt>
    <dgm:pt modelId="{0F6E06ED-AC6A-4545-AE31-D3C7814E83C4}">
      <dgm:prSet custT="1"/>
      <dgm:spPr/>
      <dgm:t>
        <a:bodyPr/>
        <a:lstStyle/>
        <a:p>
          <a:r>
            <a:rPr lang="en-US" sz="2400"/>
            <a:t>Support</a:t>
          </a:r>
        </a:p>
      </dgm:t>
    </dgm:pt>
    <dgm:pt modelId="{ACAAC938-CB64-4FBE-8C96-A9F09CD258B1}" type="parTrans" cxnId="{A7C1BB5B-B6BF-4615-8C79-9A47F15D1FBD}">
      <dgm:prSet/>
      <dgm:spPr/>
      <dgm:t>
        <a:bodyPr/>
        <a:lstStyle/>
        <a:p>
          <a:endParaRPr lang="en-US" sz="2000"/>
        </a:p>
      </dgm:t>
    </dgm:pt>
    <dgm:pt modelId="{108DDE48-593B-47A0-9CCC-FBF0A5D9C2E0}" type="sibTrans" cxnId="{A7C1BB5B-B6BF-4615-8C79-9A47F15D1FBD}">
      <dgm:prSet/>
      <dgm:spPr/>
      <dgm:t>
        <a:bodyPr/>
        <a:lstStyle/>
        <a:p>
          <a:endParaRPr lang="en-US" sz="2000"/>
        </a:p>
      </dgm:t>
    </dgm:pt>
    <dgm:pt modelId="{EFC1775C-AD7E-4469-881D-39B1C8E92C1A}">
      <dgm:prSet custT="1"/>
      <dgm:spPr>
        <a:solidFill>
          <a:schemeClr val="bg1">
            <a:alpha val="90000"/>
          </a:schemeClr>
        </a:solidFill>
      </dgm:spPr>
      <dgm:t>
        <a:bodyPr/>
        <a:lstStyle/>
        <a:p>
          <a:r>
            <a:rPr lang="en-US" sz="2000"/>
            <a:t>Support transparent reporting</a:t>
          </a:r>
        </a:p>
      </dgm:t>
    </dgm:pt>
    <dgm:pt modelId="{9DBA4CDF-FD7F-4325-9D2A-48CAEB39C3B3}" type="parTrans" cxnId="{86BD2BA1-94D4-4B93-8AE8-E3A90988FC40}">
      <dgm:prSet/>
      <dgm:spPr/>
      <dgm:t>
        <a:bodyPr/>
        <a:lstStyle/>
        <a:p>
          <a:endParaRPr lang="en-US" sz="2000"/>
        </a:p>
      </dgm:t>
    </dgm:pt>
    <dgm:pt modelId="{431B56F7-C4D4-4FEF-8A7F-088E474F3D1C}" type="sibTrans" cxnId="{86BD2BA1-94D4-4B93-8AE8-E3A90988FC40}">
      <dgm:prSet/>
      <dgm:spPr/>
      <dgm:t>
        <a:bodyPr/>
        <a:lstStyle/>
        <a:p>
          <a:endParaRPr lang="en-US" sz="2000"/>
        </a:p>
      </dgm:t>
    </dgm:pt>
    <dgm:pt modelId="{3FC31284-786F-4445-8CEA-FF68B8335156}" type="pres">
      <dgm:prSet presAssocID="{E7E873BF-11C8-4B01-B784-C6AC1499D395}" presName="linear" presStyleCnt="0">
        <dgm:presLayoutVars>
          <dgm:dir/>
          <dgm:animLvl val="lvl"/>
          <dgm:resizeHandles val="exact"/>
        </dgm:presLayoutVars>
      </dgm:prSet>
      <dgm:spPr/>
    </dgm:pt>
    <dgm:pt modelId="{57CC5D9E-E051-A44D-A226-B0DFAE79CE4F}" type="pres">
      <dgm:prSet presAssocID="{46FA0881-4DD1-48F2-8DB3-E88EB62741B0}" presName="parentLin" presStyleCnt="0"/>
      <dgm:spPr/>
    </dgm:pt>
    <dgm:pt modelId="{897D3D86-29C8-784F-A151-5E19481CE8FC}" type="pres">
      <dgm:prSet presAssocID="{46FA0881-4DD1-48F2-8DB3-E88EB62741B0}" presName="parentLeftMargin" presStyleLbl="node1" presStyleIdx="0" presStyleCnt="4"/>
      <dgm:spPr/>
    </dgm:pt>
    <dgm:pt modelId="{D20FA4E5-BA18-5D41-90C8-B578A7A65DE3}" type="pres">
      <dgm:prSet presAssocID="{46FA0881-4DD1-48F2-8DB3-E88EB62741B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F7F817D-FCBE-9942-930D-B68305E4FCFC}" type="pres">
      <dgm:prSet presAssocID="{46FA0881-4DD1-48F2-8DB3-E88EB62741B0}" presName="negativeSpace" presStyleCnt="0"/>
      <dgm:spPr/>
    </dgm:pt>
    <dgm:pt modelId="{BEB2B946-A6B2-7F4A-81E0-0C334B88ED25}" type="pres">
      <dgm:prSet presAssocID="{46FA0881-4DD1-48F2-8DB3-E88EB62741B0}" presName="childText" presStyleLbl="conFgAcc1" presStyleIdx="0" presStyleCnt="4">
        <dgm:presLayoutVars>
          <dgm:bulletEnabled val="1"/>
        </dgm:presLayoutVars>
      </dgm:prSet>
      <dgm:spPr/>
    </dgm:pt>
    <dgm:pt modelId="{913556DA-74B0-B440-BCC4-177EBBFB19C1}" type="pres">
      <dgm:prSet presAssocID="{24ED0284-A006-48FC-909C-E041B17399ED}" presName="spaceBetweenRectangles" presStyleCnt="0"/>
      <dgm:spPr/>
    </dgm:pt>
    <dgm:pt modelId="{050315D9-6F5A-E645-B50A-9095D4F00794}" type="pres">
      <dgm:prSet presAssocID="{1A4E4129-9931-43A9-9F29-E4E6B53948B9}" presName="parentLin" presStyleCnt="0"/>
      <dgm:spPr/>
    </dgm:pt>
    <dgm:pt modelId="{3073ABB7-8140-E84C-B3BD-5FCF31BC7DE4}" type="pres">
      <dgm:prSet presAssocID="{1A4E4129-9931-43A9-9F29-E4E6B53948B9}" presName="parentLeftMargin" presStyleLbl="node1" presStyleIdx="0" presStyleCnt="4"/>
      <dgm:spPr/>
    </dgm:pt>
    <dgm:pt modelId="{066B08B2-8A62-8E46-8714-D586E66AFE78}" type="pres">
      <dgm:prSet presAssocID="{1A4E4129-9931-43A9-9F29-E4E6B53948B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5FF00DB-F22F-6747-8D97-B35A867D2A6E}" type="pres">
      <dgm:prSet presAssocID="{1A4E4129-9931-43A9-9F29-E4E6B53948B9}" presName="negativeSpace" presStyleCnt="0"/>
      <dgm:spPr/>
    </dgm:pt>
    <dgm:pt modelId="{75454730-8A68-154E-85BA-C7D7F771CE08}" type="pres">
      <dgm:prSet presAssocID="{1A4E4129-9931-43A9-9F29-E4E6B53948B9}" presName="childText" presStyleLbl="conFgAcc1" presStyleIdx="1" presStyleCnt="4">
        <dgm:presLayoutVars>
          <dgm:bulletEnabled val="1"/>
        </dgm:presLayoutVars>
      </dgm:prSet>
      <dgm:spPr/>
    </dgm:pt>
    <dgm:pt modelId="{CA6A7E14-CE16-CE40-96E8-12FC29758DE0}" type="pres">
      <dgm:prSet presAssocID="{6B71DE6F-ABAF-4CF4-A89F-F36B2D9140DF}" presName="spaceBetweenRectangles" presStyleCnt="0"/>
      <dgm:spPr/>
    </dgm:pt>
    <dgm:pt modelId="{9FDC9528-7206-9F42-9B0A-9F724B09373B}" type="pres">
      <dgm:prSet presAssocID="{73A5C9AC-3E71-43C6-AAC7-722AE3A44B7F}" presName="parentLin" presStyleCnt="0"/>
      <dgm:spPr/>
    </dgm:pt>
    <dgm:pt modelId="{73AB055A-5C2F-144A-999E-9970693BD84C}" type="pres">
      <dgm:prSet presAssocID="{73A5C9AC-3E71-43C6-AAC7-722AE3A44B7F}" presName="parentLeftMargin" presStyleLbl="node1" presStyleIdx="1" presStyleCnt="4"/>
      <dgm:spPr/>
    </dgm:pt>
    <dgm:pt modelId="{65FA4DF9-A124-C54C-8EDC-DF984717E29E}" type="pres">
      <dgm:prSet presAssocID="{73A5C9AC-3E71-43C6-AAC7-722AE3A44B7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902A984-C702-9E47-B37D-7DFAC718D4D2}" type="pres">
      <dgm:prSet presAssocID="{73A5C9AC-3E71-43C6-AAC7-722AE3A44B7F}" presName="negativeSpace" presStyleCnt="0"/>
      <dgm:spPr/>
    </dgm:pt>
    <dgm:pt modelId="{CC8826FD-E9AE-104C-8BA0-9FD53AB1EE4A}" type="pres">
      <dgm:prSet presAssocID="{73A5C9AC-3E71-43C6-AAC7-722AE3A44B7F}" presName="childText" presStyleLbl="conFgAcc1" presStyleIdx="2" presStyleCnt="4">
        <dgm:presLayoutVars>
          <dgm:bulletEnabled val="1"/>
        </dgm:presLayoutVars>
      </dgm:prSet>
      <dgm:spPr/>
    </dgm:pt>
    <dgm:pt modelId="{E2A9C1F8-9B3E-3143-A5C4-8AF9986B49E3}" type="pres">
      <dgm:prSet presAssocID="{4F316533-4DE9-45B1-9F91-653871AA8B7E}" presName="spaceBetweenRectangles" presStyleCnt="0"/>
      <dgm:spPr/>
    </dgm:pt>
    <dgm:pt modelId="{C6B812BB-72E3-F344-9EF8-1FA3637BC42A}" type="pres">
      <dgm:prSet presAssocID="{0F6E06ED-AC6A-4545-AE31-D3C7814E83C4}" presName="parentLin" presStyleCnt="0"/>
      <dgm:spPr/>
    </dgm:pt>
    <dgm:pt modelId="{1C0986C7-CCFA-A446-92B1-4EEAF95F0462}" type="pres">
      <dgm:prSet presAssocID="{0F6E06ED-AC6A-4545-AE31-D3C7814E83C4}" presName="parentLeftMargin" presStyleLbl="node1" presStyleIdx="2" presStyleCnt="4"/>
      <dgm:spPr/>
    </dgm:pt>
    <dgm:pt modelId="{592CC74B-FBF5-8549-B1A9-5F0B6C0553DB}" type="pres">
      <dgm:prSet presAssocID="{0F6E06ED-AC6A-4545-AE31-D3C7814E83C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7B6FD4F-A3F9-0F45-9EAD-86645DD8A8AF}" type="pres">
      <dgm:prSet presAssocID="{0F6E06ED-AC6A-4545-AE31-D3C7814E83C4}" presName="negativeSpace" presStyleCnt="0"/>
      <dgm:spPr/>
    </dgm:pt>
    <dgm:pt modelId="{BB41989D-2020-884E-90A2-6CC53DAB7C6C}" type="pres">
      <dgm:prSet presAssocID="{0F6E06ED-AC6A-4545-AE31-D3C7814E83C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C65EC40A-1DFD-004B-8D73-7D6F1A68A5F2}" type="presOf" srcId="{0F6E06ED-AC6A-4545-AE31-D3C7814E83C4}" destId="{592CC74B-FBF5-8549-B1A9-5F0B6C0553DB}" srcOrd="1" destOrd="0" presId="urn:microsoft.com/office/officeart/2005/8/layout/list1"/>
    <dgm:cxn modelId="{33EEBF1C-B9E7-4492-8DCF-60890D36F987}" srcId="{73A5C9AC-3E71-43C6-AAC7-722AE3A44B7F}" destId="{E17270C4-7366-4822-B9BD-68C79EFC5066}" srcOrd="0" destOrd="0" parTransId="{F62C9FD8-7369-4FE9-BBBA-A573AD28AFEC}" sibTransId="{6625FFEC-C526-48AC-9E60-F8A738E04591}"/>
    <dgm:cxn modelId="{EA0DE11C-2010-2B4F-8EFB-D14AD5DD42CE}" type="presOf" srcId="{73A5C9AC-3E71-43C6-AAC7-722AE3A44B7F}" destId="{73AB055A-5C2F-144A-999E-9970693BD84C}" srcOrd="0" destOrd="0" presId="urn:microsoft.com/office/officeart/2005/8/layout/list1"/>
    <dgm:cxn modelId="{A132F02D-CB80-AD40-8A3E-50A90A0E1066}" type="presOf" srcId="{46FA0881-4DD1-48F2-8DB3-E88EB62741B0}" destId="{897D3D86-29C8-784F-A151-5E19481CE8FC}" srcOrd="0" destOrd="0" presId="urn:microsoft.com/office/officeart/2005/8/layout/list1"/>
    <dgm:cxn modelId="{48F3B043-2F6B-DB44-93D4-F257A6E63FAA}" type="presOf" srcId="{E7E873BF-11C8-4B01-B784-C6AC1499D395}" destId="{3FC31284-786F-4445-8CEA-FF68B8335156}" srcOrd="0" destOrd="0" presId="urn:microsoft.com/office/officeart/2005/8/layout/list1"/>
    <dgm:cxn modelId="{7CB51F5A-7CEF-46C7-9459-B223CD14D44D}" srcId="{46FA0881-4DD1-48F2-8DB3-E88EB62741B0}" destId="{B34ABB6C-F592-4111-BF08-2360DB4D30E9}" srcOrd="0" destOrd="0" parTransId="{B75D3B30-D48C-4F8C-86B1-0FA1F1564785}" sibTransId="{C6093E24-DD2F-4853-A5DE-0609DC7ADC87}"/>
    <dgm:cxn modelId="{A7C1BB5B-B6BF-4615-8C79-9A47F15D1FBD}" srcId="{E7E873BF-11C8-4B01-B784-C6AC1499D395}" destId="{0F6E06ED-AC6A-4545-AE31-D3C7814E83C4}" srcOrd="3" destOrd="0" parTransId="{ACAAC938-CB64-4FBE-8C96-A9F09CD258B1}" sibTransId="{108DDE48-593B-47A0-9CCC-FBF0A5D9C2E0}"/>
    <dgm:cxn modelId="{33C3FF5B-1E74-47A9-AC5A-190EF0708A22}" srcId="{E7E873BF-11C8-4B01-B784-C6AC1499D395}" destId="{1A4E4129-9931-43A9-9F29-E4E6B53948B9}" srcOrd="1" destOrd="0" parTransId="{17FBD95A-F0E3-4FE8-A55E-35A1683BDA0D}" sibTransId="{6B71DE6F-ABAF-4CF4-A89F-F36B2D9140DF}"/>
    <dgm:cxn modelId="{F6EE4A79-232C-5046-B3CE-25A44CB7C807}" type="presOf" srcId="{1A4E4129-9931-43A9-9F29-E4E6B53948B9}" destId="{3073ABB7-8140-E84C-B3BD-5FCF31BC7DE4}" srcOrd="0" destOrd="0" presId="urn:microsoft.com/office/officeart/2005/8/layout/list1"/>
    <dgm:cxn modelId="{31F0727A-35D0-D841-85BE-756F8D355347}" type="presOf" srcId="{0F6E06ED-AC6A-4545-AE31-D3C7814E83C4}" destId="{1C0986C7-CCFA-A446-92B1-4EEAF95F0462}" srcOrd="0" destOrd="0" presId="urn:microsoft.com/office/officeart/2005/8/layout/list1"/>
    <dgm:cxn modelId="{36DCCC92-B7C0-F845-AB9D-9BC80D37E802}" type="presOf" srcId="{B34ABB6C-F592-4111-BF08-2360DB4D30E9}" destId="{BEB2B946-A6B2-7F4A-81E0-0C334B88ED25}" srcOrd="0" destOrd="0" presId="urn:microsoft.com/office/officeart/2005/8/layout/list1"/>
    <dgm:cxn modelId="{86BD2BA1-94D4-4B93-8AE8-E3A90988FC40}" srcId="{0F6E06ED-AC6A-4545-AE31-D3C7814E83C4}" destId="{EFC1775C-AD7E-4469-881D-39B1C8E92C1A}" srcOrd="0" destOrd="0" parTransId="{9DBA4CDF-FD7F-4325-9D2A-48CAEB39C3B3}" sibTransId="{431B56F7-C4D4-4FEF-8A7F-088E474F3D1C}"/>
    <dgm:cxn modelId="{F68099A4-CD59-F644-8026-2A1165DDCA13}" type="presOf" srcId="{46FA0881-4DD1-48F2-8DB3-E88EB62741B0}" destId="{D20FA4E5-BA18-5D41-90C8-B578A7A65DE3}" srcOrd="1" destOrd="0" presId="urn:microsoft.com/office/officeart/2005/8/layout/list1"/>
    <dgm:cxn modelId="{DDB838A6-5039-4322-9A2A-CA13885C48C7}" srcId="{1A4E4129-9931-43A9-9F29-E4E6B53948B9}" destId="{1E77DF74-FA6D-4CE4-8A18-AF910B8EB2E3}" srcOrd="0" destOrd="0" parTransId="{7CDB4DAB-DD7A-478B-8996-E4DFFF84E45D}" sibTransId="{77E9156B-FD22-444D-9EEA-70C69E7CD938}"/>
    <dgm:cxn modelId="{D73AA7A9-0741-BD44-B20F-ABE8AFE7B0C3}" type="presOf" srcId="{1A4E4129-9931-43A9-9F29-E4E6B53948B9}" destId="{066B08B2-8A62-8E46-8714-D586E66AFE78}" srcOrd="1" destOrd="0" presId="urn:microsoft.com/office/officeart/2005/8/layout/list1"/>
    <dgm:cxn modelId="{84216CAC-F393-0A44-8D75-FECB59B08F9C}" type="presOf" srcId="{E17270C4-7366-4822-B9BD-68C79EFC5066}" destId="{CC8826FD-E9AE-104C-8BA0-9FD53AB1EE4A}" srcOrd="0" destOrd="0" presId="urn:microsoft.com/office/officeart/2005/8/layout/list1"/>
    <dgm:cxn modelId="{A167CDAC-930B-3145-B714-4FAA1DDF428F}" type="presOf" srcId="{EFC1775C-AD7E-4469-881D-39B1C8E92C1A}" destId="{BB41989D-2020-884E-90A2-6CC53DAB7C6C}" srcOrd="0" destOrd="0" presId="urn:microsoft.com/office/officeart/2005/8/layout/list1"/>
    <dgm:cxn modelId="{D0EF96B6-165F-EA44-B3D5-6D36079FCF97}" type="presOf" srcId="{73A5C9AC-3E71-43C6-AAC7-722AE3A44B7F}" destId="{65FA4DF9-A124-C54C-8EDC-DF984717E29E}" srcOrd="1" destOrd="0" presId="urn:microsoft.com/office/officeart/2005/8/layout/list1"/>
    <dgm:cxn modelId="{4BAB9FBF-3DD2-2147-A555-8ED5B5D7E8E0}" type="presOf" srcId="{1E77DF74-FA6D-4CE4-8A18-AF910B8EB2E3}" destId="{75454730-8A68-154E-85BA-C7D7F771CE08}" srcOrd="0" destOrd="0" presId="urn:microsoft.com/office/officeart/2005/8/layout/list1"/>
    <dgm:cxn modelId="{CDADFDC0-1973-4609-BBAA-2DB74C8E88D6}" srcId="{E7E873BF-11C8-4B01-B784-C6AC1499D395}" destId="{73A5C9AC-3E71-43C6-AAC7-722AE3A44B7F}" srcOrd="2" destOrd="0" parTransId="{7253632A-FC2B-40FC-8BC6-D4EFB0B05331}" sibTransId="{4F316533-4DE9-45B1-9F91-653871AA8B7E}"/>
    <dgm:cxn modelId="{B7942AE1-CD3A-4BD0-A62A-D9A9D7E840F6}" srcId="{E7E873BF-11C8-4B01-B784-C6AC1499D395}" destId="{46FA0881-4DD1-48F2-8DB3-E88EB62741B0}" srcOrd="0" destOrd="0" parTransId="{28B25B73-4EB2-4D6A-B989-DA96B8B9D618}" sibTransId="{24ED0284-A006-48FC-909C-E041B17399ED}"/>
    <dgm:cxn modelId="{C1712284-64E3-1C41-806C-0F3982E84BC4}" type="presParOf" srcId="{3FC31284-786F-4445-8CEA-FF68B8335156}" destId="{57CC5D9E-E051-A44D-A226-B0DFAE79CE4F}" srcOrd="0" destOrd="0" presId="urn:microsoft.com/office/officeart/2005/8/layout/list1"/>
    <dgm:cxn modelId="{67CDDEC9-8868-B94D-A444-46A74A74C19E}" type="presParOf" srcId="{57CC5D9E-E051-A44D-A226-B0DFAE79CE4F}" destId="{897D3D86-29C8-784F-A151-5E19481CE8FC}" srcOrd="0" destOrd="0" presId="urn:microsoft.com/office/officeart/2005/8/layout/list1"/>
    <dgm:cxn modelId="{72446CA9-C9FE-B545-8CB2-9917C4CFF247}" type="presParOf" srcId="{57CC5D9E-E051-A44D-A226-B0DFAE79CE4F}" destId="{D20FA4E5-BA18-5D41-90C8-B578A7A65DE3}" srcOrd="1" destOrd="0" presId="urn:microsoft.com/office/officeart/2005/8/layout/list1"/>
    <dgm:cxn modelId="{6115F302-381B-CF49-B79E-F659A04DE61D}" type="presParOf" srcId="{3FC31284-786F-4445-8CEA-FF68B8335156}" destId="{4F7F817D-FCBE-9942-930D-B68305E4FCFC}" srcOrd="1" destOrd="0" presId="urn:microsoft.com/office/officeart/2005/8/layout/list1"/>
    <dgm:cxn modelId="{4956702C-8901-784B-A5DF-DADBD5983AFB}" type="presParOf" srcId="{3FC31284-786F-4445-8CEA-FF68B8335156}" destId="{BEB2B946-A6B2-7F4A-81E0-0C334B88ED25}" srcOrd="2" destOrd="0" presId="urn:microsoft.com/office/officeart/2005/8/layout/list1"/>
    <dgm:cxn modelId="{818E5807-20B6-2044-9B29-564310A5A9A4}" type="presParOf" srcId="{3FC31284-786F-4445-8CEA-FF68B8335156}" destId="{913556DA-74B0-B440-BCC4-177EBBFB19C1}" srcOrd="3" destOrd="0" presId="urn:microsoft.com/office/officeart/2005/8/layout/list1"/>
    <dgm:cxn modelId="{98839FE6-9772-EC42-B2FC-EDF146342099}" type="presParOf" srcId="{3FC31284-786F-4445-8CEA-FF68B8335156}" destId="{050315D9-6F5A-E645-B50A-9095D4F00794}" srcOrd="4" destOrd="0" presId="urn:microsoft.com/office/officeart/2005/8/layout/list1"/>
    <dgm:cxn modelId="{6A0B62D1-23E6-444F-BDAA-934280C4ECF6}" type="presParOf" srcId="{050315D9-6F5A-E645-B50A-9095D4F00794}" destId="{3073ABB7-8140-E84C-B3BD-5FCF31BC7DE4}" srcOrd="0" destOrd="0" presId="urn:microsoft.com/office/officeart/2005/8/layout/list1"/>
    <dgm:cxn modelId="{22DD3538-2B92-5C41-B6FA-0C1A9718C83D}" type="presParOf" srcId="{050315D9-6F5A-E645-B50A-9095D4F00794}" destId="{066B08B2-8A62-8E46-8714-D586E66AFE78}" srcOrd="1" destOrd="0" presId="urn:microsoft.com/office/officeart/2005/8/layout/list1"/>
    <dgm:cxn modelId="{8E63C759-A0C7-4C49-81A4-F7E7FD4B3105}" type="presParOf" srcId="{3FC31284-786F-4445-8CEA-FF68B8335156}" destId="{25FF00DB-F22F-6747-8D97-B35A867D2A6E}" srcOrd="5" destOrd="0" presId="urn:microsoft.com/office/officeart/2005/8/layout/list1"/>
    <dgm:cxn modelId="{8B2236EF-0D43-EC43-AA33-28FF140BF53E}" type="presParOf" srcId="{3FC31284-786F-4445-8CEA-FF68B8335156}" destId="{75454730-8A68-154E-85BA-C7D7F771CE08}" srcOrd="6" destOrd="0" presId="urn:microsoft.com/office/officeart/2005/8/layout/list1"/>
    <dgm:cxn modelId="{7023F959-ABA5-954D-AD69-D6E1CDF3B94E}" type="presParOf" srcId="{3FC31284-786F-4445-8CEA-FF68B8335156}" destId="{CA6A7E14-CE16-CE40-96E8-12FC29758DE0}" srcOrd="7" destOrd="0" presId="urn:microsoft.com/office/officeart/2005/8/layout/list1"/>
    <dgm:cxn modelId="{EA91DBC1-527A-4348-B389-448314EC7179}" type="presParOf" srcId="{3FC31284-786F-4445-8CEA-FF68B8335156}" destId="{9FDC9528-7206-9F42-9B0A-9F724B09373B}" srcOrd="8" destOrd="0" presId="urn:microsoft.com/office/officeart/2005/8/layout/list1"/>
    <dgm:cxn modelId="{636BC37B-804F-2243-83F4-ED58FB5A9078}" type="presParOf" srcId="{9FDC9528-7206-9F42-9B0A-9F724B09373B}" destId="{73AB055A-5C2F-144A-999E-9970693BD84C}" srcOrd="0" destOrd="0" presId="urn:microsoft.com/office/officeart/2005/8/layout/list1"/>
    <dgm:cxn modelId="{F1E65117-C709-4640-997F-022C0D57A36A}" type="presParOf" srcId="{9FDC9528-7206-9F42-9B0A-9F724B09373B}" destId="{65FA4DF9-A124-C54C-8EDC-DF984717E29E}" srcOrd="1" destOrd="0" presId="urn:microsoft.com/office/officeart/2005/8/layout/list1"/>
    <dgm:cxn modelId="{7FB465C9-FABB-1E49-8B88-731D086AFD8F}" type="presParOf" srcId="{3FC31284-786F-4445-8CEA-FF68B8335156}" destId="{5902A984-C702-9E47-B37D-7DFAC718D4D2}" srcOrd="9" destOrd="0" presId="urn:microsoft.com/office/officeart/2005/8/layout/list1"/>
    <dgm:cxn modelId="{A181DBD4-D3CA-EB4C-8A02-3DBCC6D954BF}" type="presParOf" srcId="{3FC31284-786F-4445-8CEA-FF68B8335156}" destId="{CC8826FD-E9AE-104C-8BA0-9FD53AB1EE4A}" srcOrd="10" destOrd="0" presId="urn:microsoft.com/office/officeart/2005/8/layout/list1"/>
    <dgm:cxn modelId="{1BDA3950-7C93-0749-8315-D7E9B67D2A5D}" type="presParOf" srcId="{3FC31284-786F-4445-8CEA-FF68B8335156}" destId="{E2A9C1F8-9B3E-3143-A5C4-8AF9986B49E3}" srcOrd="11" destOrd="0" presId="urn:microsoft.com/office/officeart/2005/8/layout/list1"/>
    <dgm:cxn modelId="{233A77CA-7E25-434A-8016-67B019ECC90E}" type="presParOf" srcId="{3FC31284-786F-4445-8CEA-FF68B8335156}" destId="{C6B812BB-72E3-F344-9EF8-1FA3637BC42A}" srcOrd="12" destOrd="0" presId="urn:microsoft.com/office/officeart/2005/8/layout/list1"/>
    <dgm:cxn modelId="{196D1B62-02D3-0947-9CBD-074D452D5793}" type="presParOf" srcId="{C6B812BB-72E3-F344-9EF8-1FA3637BC42A}" destId="{1C0986C7-CCFA-A446-92B1-4EEAF95F0462}" srcOrd="0" destOrd="0" presId="urn:microsoft.com/office/officeart/2005/8/layout/list1"/>
    <dgm:cxn modelId="{7F63ED19-3DAD-534A-9F6E-65DEB72C7B4B}" type="presParOf" srcId="{C6B812BB-72E3-F344-9EF8-1FA3637BC42A}" destId="{592CC74B-FBF5-8549-B1A9-5F0B6C0553DB}" srcOrd="1" destOrd="0" presId="urn:microsoft.com/office/officeart/2005/8/layout/list1"/>
    <dgm:cxn modelId="{14D16B66-B044-B94C-9A15-75E1FD38C173}" type="presParOf" srcId="{3FC31284-786F-4445-8CEA-FF68B8335156}" destId="{67B6FD4F-A3F9-0F45-9EAD-86645DD8A8AF}" srcOrd="13" destOrd="0" presId="urn:microsoft.com/office/officeart/2005/8/layout/list1"/>
    <dgm:cxn modelId="{AD227F66-7D42-8041-90C5-247C4E2E39E7}" type="presParOf" srcId="{3FC31284-786F-4445-8CEA-FF68B8335156}" destId="{BB41989D-2020-884E-90A2-6CC53DAB7C6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9F81037-795C-465B-9081-4942AC44901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18722FE-EA2D-4E23-9772-56BDE72579A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Use R Markdown</a:t>
          </a:r>
        </a:p>
      </dgm:t>
    </dgm:pt>
    <dgm:pt modelId="{4BD77BD9-1554-40D3-A80B-7E7F3621F1C8}" type="parTrans" cxnId="{C971DBD8-743D-431D-A41D-D6766B9EDD56}">
      <dgm:prSet/>
      <dgm:spPr/>
      <dgm:t>
        <a:bodyPr/>
        <a:lstStyle/>
        <a:p>
          <a:endParaRPr lang="en-US"/>
        </a:p>
      </dgm:t>
    </dgm:pt>
    <dgm:pt modelId="{D161C61D-DC70-47AE-9274-C666DEA1B362}" type="sibTrans" cxnId="{C971DBD8-743D-431D-A41D-D6766B9EDD56}">
      <dgm:prSet/>
      <dgm:spPr/>
      <dgm:t>
        <a:bodyPr/>
        <a:lstStyle/>
        <a:p>
          <a:endParaRPr lang="en-US"/>
        </a:p>
      </dgm:t>
    </dgm:pt>
    <dgm:pt modelId="{943A9CA6-7498-4B61-9729-F10F1F5C57D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Combine text, code, and outputs</a:t>
          </a:r>
        </a:p>
      </dgm:t>
    </dgm:pt>
    <dgm:pt modelId="{2E804FA1-AA24-4304-97BE-03F4DC7949A7}" type="parTrans" cxnId="{B6C50310-A9E1-4D2C-B4F0-60F9A9AD72A5}">
      <dgm:prSet/>
      <dgm:spPr/>
      <dgm:t>
        <a:bodyPr/>
        <a:lstStyle/>
        <a:p>
          <a:endParaRPr lang="en-US"/>
        </a:p>
      </dgm:t>
    </dgm:pt>
    <dgm:pt modelId="{89EC6DCD-3509-48B7-9626-41D8BA01BF08}" type="sibTrans" cxnId="{B6C50310-A9E1-4D2C-B4F0-60F9A9AD72A5}">
      <dgm:prSet/>
      <dgm:spPr/>
      <dgm:t>
        <a:bodyPr/>
        <a:lstStyle/>
        <a:p>
          <a:endParaRPr lang="en-US"/>
        </a:p>
      </dgm:t>
    </dgm:pt>
    <dgm:pt modelId="{BD79DA23-C796-451B-B1F5-4ECCDB562D3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Automatic report generation</a:t>
          </a:r>
        </a:p>
      </dgm:t>
    </dgm:pt>
    <dgm:pt modelId="{C3FC4923-2D2A-4B0C-903E-BC6150E9A8FF}" type="parTrans" cxnId="{06383867-74D8-4BC6-B032-F0F8A2FED22E}">
      <dgm:prSet/>
      <dgm:spPr/>
      <dgm:t>
        <a:bodyPr/>
        <a:lstStyle/>
        <a:p>
          <a:endParaRPr lang="en-US"/>
        </a:p>
      </dgm:t>
    </dgm:pt>
    <dgm:pt modelId="{79AA08AA-BE95-4ACF-8BC8-E1A34A7AD7FE}" type="sibTrans" cxnId="{06383867-74D8-4BC6-B032-F0F8A2FED22E}">
      <dgm:prSet/>
      <dgm:spPr/>
      <dgm:t>
        <a:bodyPr/>
        <a:lstStyle/>
        <a:p>
          <a:endParaRPr lang="en-US"/>
        </a:p>
      </dgm:t>
    </dgm:pt>
    <dgm:pt modelId="{D8EA3B3A-177E-4FDB-A634-50C1E25DA09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Transparent and reproducible results</a:t>
          </a:r>
        </a:p>
      </dgm:t>
    </dgm:pt>
    <dgm:pt modelId="{68A1EB1C-AA3F-4553-878E-AD50AFFF86E7}" type="parTrans" cxnId="{50B4700E-D6FA-4EFA-926B-B46DC11B829E}">
      <dgm:prSet/>
      <dgm:spPr/>
      <dgm:t>
        <a:bodyPr/>
        <a:lstStyle/>
        <a:p>
          <a:endParaRPr lang="en-US"/>
        </a:p>
      </dgm:t>
    </dgm:pt>
    <dgm:pt modelId="{253EE116-AF65-4E9E-B5CF-80D57F7AFE7A}" type="sibTrans" cxnId="{50B4700E-D6FA-4EFA-926B-B46DC11B829E}">
      <dgm:prSet/>
      <dgm:spPr/>
      <dgm:t>
        <a:bodyPr/>
        <a:lstStyle/>
        <a:p>
          <a:endParaRPr lang="en-US"/>
        </a:p>
      </dgm:t>
    </dgm:pt>
    <dgm:pt modelId="{93A6EF6A-2DBA-4B5A-98CC-84D7A59B282A}" type="pres">
      <dgm:prSet presAssocID="{29F81037-795C-465B-9081-4942AC449013}" presName="root" presStyleCnt="0">
        <dgm:presLayoutVars>
          <dgm:dir/>
          <dgm:resizeHandles val="exact"/>
        </dgm:presLayoutVars>
      </dgm:prSet>
      <dgm:spPr/>
    </dgm:pt>
    <dgm:pt modelId="{C2AE4025-C5D6-4B4E-813C-8CF5F6AE6843}" type="pres">
      <dgm:prSet presAssocID="{418722FE-EA2D-4E23-9772-56BDE72579A7}" presName="compNode" presStyleCnt="0"/>
      <dgm:spPr/>
    </dgm:pt>
    <dgm:pt modelId="{C804533C-C320-4F23-8D91-29E2F79FC220}" type="pres">
      <dgm:prSet presAssocID="{418722FE-EA2D-4E23-9772-56BDE72579A7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CA1ADF7-537C-4C12-A6ED-94859BCE694B}" type="pres">
      <dgm:prSet presAssocID="{418722FE-EA2D-4E23-9772-56BDE72579A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ED71DED4-B8AF-4E41-A91E-ADD8D13D9436}" type="pres">
      <dgm:prSet presAssocID="{418722FE-EA2D-4E23-9772-56BDE72579A7}" presName="spaceRect" presStyleCnt="0"/>
      <dgm:spPr/>
    </dgm:pt>
    <dgm:pt modelId="{2E3020C6-504E-4DB7-9DA0-A12545FC0321}" type="pres">
      <dgm:prSet presAssocID="{418722FE-EA2D-4E23-9772-56BDE72579A7}" presName="textRect" presStyleLbl="revTx" presStyleIdx="0" presStyleCnt="4">
        <dgm:presLayoutVars>
          <dgm:chMax val="1"/>
          <dgm:chPref val="1"/>
        </dgm:presLayoutVars>
      </dgm:prSet>
      <dgm:spPr/>
    </dgm:pt>
    <dgm:pt modelId="{F87CFE5F-6A7C-430A-B782-825C17A82AB7}" type="pres">
      <dgm:prSet presAssocID="{D161C61D-DC70-47AE-9274-C666DEA1B362}" presName="sibTrans" presStyleCnt="0"/>
      <dgm:spPr/>
    </dgm:pt>
    <dgm:pt modelId="{5DAFD08A-C164-48A2-A1ED-23ADCF76D6BC}" type="pres">
      <dgm:prSet presAssocID="{943A9CA6-7498-4B61-9729-F10F1F5C57D7}" presName="compNode" presStyleCnt="0"/>
      <dgm:spPr/>
    </dgm:pt>
    <dgm:pt modelId="{AFAE58F7-9D79-4625-B92B-6E72DE3C2718}" type="pres">
      <dgm:prSet presAssocID="{943A9CA6-7498-4B61-9729-F10F1F5C57D7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126966D-526A-46AB-A766-07511849BCE3}" type="pres">
      <dgm:prSet presAssocID="{943A9CA6-7498-4B61-9729-F10F1F5C57D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52F0660-E7EA-4070-BAEC-83E0974F6B06}" type="pres">
      <dgm:prSet presAssocID="{943A9CA6-7498-4B61-9729-F10F1F5C57D7}" presName="spaceRect" presStyleCnt="0"/>
      <dgm:spPr/>
    </dgm:pt>
    <dgm:pt modelId="{9A4679AD-A3A6-4B4A-94DE-BA15128C47C4}" type="pres">
      <dgm:prSet presAssocID="{943A9CA6-7498-4B61-9729-F10F1F5C57D7}" presName="textRect" presStyleLbl="revTx" presStyleIdx="1" presStyleCnt="4">
        <dgm:presLayoutVars>
          <dgm:chMax val="1"/>
          <dgm:chPref val="1"/>
        </dgm:presLayoutVars>
      </dgm:prSet>
      <dgm:spPr/>
    </dgm:pt>
    <dgm:pt modelId="{552C03CC-0D0C-4F4C-AEB1-72814B86BB69}" type="pres">
      <dgm:prSet presAssocID="{89EC6DCD-3509-48B7-9626-41D8BA01BF08}" presName="sibTrans" presStyleCnt="0"/>
      <dgm:spPr/>
    </dgm:pt>
    <dgm:pt modelId="{82119B33-0B3C-4738-B3DB-49A7BFD42B4F}" type="pres">
      <dgm:prSet presAssocID="{BD79DA23-C796-451B-B1F5-4ECCDB562D33}" presName="compNode" presStyleCnt="0"/>
      <dgm:spPr/>
    </dgm:pt>
    <dgm:pt modelId="{E9286177-7B70-4231-A9F7-70BA045FBEA5}" type="pres">
      <dgm:prSet presAssocID="{BD79DA23-C796-451B-B1F5-4ECCDB562D33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854E57A-CBD1-4A64-8238-41882B07AAF4}" type="pres">
      <dgm:prSet presAssocID="{BD79DA23-C796-451B-B1F5-4ECCDB562D3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41221BD-F280-477C-B624-AD1A5C483D7B}" type="pres">
      <dgm:prSet presAssocID="{BD79DA23-C796-451B-B1F5-4ECCDB562D33}" presName="spaceRect" presStyleCnt="0"/>
      <dgm:spPr/>
    </dgm:pt>
    <dgm:pt modelId="{CFD054FB-DE13-4828-A23B-6D00626D8024}" type="pres">
      <dgm:prSet presAssocID="{BD79DA23-C796-451B-B1F5-4ECCDB562D33}" presName="textRect" presStyleLbl="revTx" presStyleIdx="2" presStyleCnt="4">
        <dgm:presLayoutVars>
          <dgm:chMax val="1"/>
          <dgm:chPref val="1"/>
        </dgm:presLayoutVars>
      </dgm:prSet>
      <dgm:spPr/>
    </dgm:pt>
    <dgm:pt modelId="{47CC5119-72F0-4B68-86D5-E6B9C489F645}" type="pres">
      <dgm:prSet presAssocID="{79AA08AA-BE95-4ACF-8BC8-E1A34A7AD7FE}" presName="sibTrans" presStyleCnt="0"/>
      <dgm:spPr/>
    </dgm:pt>
    <dgm:pt modelId="{3F71A3D9-5F92-43D4-93A3-746E5D1E9B22}" type="pres">
      <dgm:prSet presAssocID="{D8EA3B3A-177E-4FDB-A634-50C1E25DA094}" presName="compNode" presStyleCnt="0"/>
      <dgm:spPr/>
    </dgm:pt>
    <dgm:pt modelId="{78FF5725-E5BF-42CE-AF3D-0137A47E31C7}" type="pres">
      <dgm:prSet presAssocID="{D8EA3B3A-177E-4FDB-A634-50C1E25DA094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B86C32F-EC9D-4543-955C-6A51A72957C4}" type="pres">
      <dgm:prSet presAssocID="{D8EA3B3A-177E-4FDB-A634-50C1E25DA09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BFDA8D4-FB76-4AE6-9A09-2C756ED2E724}" type="pres">
      <dgm:prSet presAssocID="{D8EA3B3A-177E-4FDB-A634-50C1E25DA094}" presName="spaceRect" presStyleCnt="0"/>
      <dgm:spPr/>
    </dgm:pt>
    <dgm:pt modelId="{B3D4A0C2-4725-4988-B625-A8F574849CA2}" type="pres">
      <dgm:prSet presAssocID="{D8EA3B3A-177E-4FDB-A634-50C1E25DA09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0B4700E-D6FA-4EFA-926B-B46DC11B829E}" srcId="{29F81037-795C-465B-9081-4942AC449013}" destId="{D8EA3B3A-177E-4FDB-A634-50C1E25DA094}" srcOrd="3" destOrd="0" parTransId="{68A1EB1C-AA3F-4553-878E-AD50AFFF86E7}" sibTransId="{253EE116-AF65-4E9E-B5CF-80D57F7AFE7A}"/>
    <dgm:cxn modelId="{B6C50310-A9E1-4D2C-B4F0-60F9A9AD72A5}" srcId="{29F81037-795C-465B-9081-4942AC449013}" destId="{943A9CA6-7498-4B61-9729-F10F1F5C57D7}" srcOrd="1" destOrd="0" parTransId="{2E804FA1-AA24-4304-97BE-03F4DC7949A7}" sibTransId="{89EC6DCD-3509-48B7-9626-41D8BA01BF08}"/>
    <dgm:cxn modelId="{4C5F4022-8541-7A41-9188-7EEC78177FF6}" type="presOf" srcId="{418722FE-EA2D-4E23-9772-56BDE72579A7}" destId="{2E3020C6-504E-4DB7-9DA0-A12545FC0321}" srcOrd="0" destOrd="0" presId="urn:microsoft.com/office/officeart/2018/5/layout/IconLeafLabelList"/>
    <dgm:cxn modelId="{B26B3065-E426-5640-A334-7C36DB21D69B}" type="presOf" srcId="{943A9CA6-7498-4B61-9729-F10F1F5C57D7}" destId="{9A4679AD-A3A6-4B4A-94DE-BA15128C47C4}" srcOrd="0" destOrd="0" presId="urn:microsoft.com/office/officeart/2018/5/layout/IconLeafLabelList"/>
    <dgm:cxn modelId="{06383867-74D8-4BC6-B032-F0F8A2FED22E}" srcId="{29F81037-795C-465B-9081-4942AC449013}" destId="{BD79DA23-C796-451B-B1F5-4ECCDB562D33}" srcOrd="2" destOrd="0" parTransId="{C3FC4923-2D2A-4B0C-903E-BC6150E9A8FF}" sibTransId="{79AA08AA-BE95-4ACF-8BC8-E1A34A7AD7FE}"/>
    <dgm:cxn modelId="{B00D879C-0F60-E34E-88B5-FC6160E2191F}" type="presOf" srcId="{BD79DA23-C796-451B-B1F5-4ECCDB562D33}" destId="{CFD054FB-DE13-4828-A23B-6D00626D8024}" srcOrd="0" destOrd="0" presId="urn:microsoft.com/office/officeart/2018/5/layout/IconLeafLabelList"/>
    <dgm:cxn modelId="{DFC212A3-3525-F341-88F3-F4A09CABC0AE}" type="presOf" srcId="{D8EA3B3A-177E-4FDB-A634-50C1E25DA094}" destId="{B3D4A0C2-4725-4988-B625-A8F574849CA2}" srcOrd="0" destOrd="0" presId="urn:microsoft.com/office/officeart/2018/5/layout/IconLeafLabelList"/>
    <dgm:cxn modelId="{C971DBD8-743D-431D-A41D-D6766B9EDD56}" srcId="{29F81037-795C-465B-9081-4942AC449013}" destId="{418722FE-EA2D-4E23-9772-56BDE72579A7}" srcOrd="0" destOrd="0" parTransId="{4BD77BD9-1554-40D3-A80B-7E7F3621F1C8}" sibTransId="{D161C61D-DC70-47AE-9274-C666DEA1B362}"/>
    <dgm:cxn modelId="{EE49BCE0-9C83-7540-A044-A85A63FF897F}" type="presOf" srcId="{29F81037-795C-465B-9081-4942AC449013}" destId="{93A6EF6A-2DBA-4B5A-98CC-84D7A59B282A}" srcOrd="0" destOrd="0" presId="urn:microsoft.com/office/officeart/2018/5/layout/IconLeafLabelList"/>
    <dgm:cxn modelId="{E73BE20F-33B1-184D-A5CF-18C836B9694E}" type="presParOf" srcId="{93A6EF6A-2DBA-4B5A-98CC-84D7A59B282A}" destId="{C2AE4025-C5D6-4B4E-813C-8CF5F6AE6843}" srcOrd="0" destOrd="0" presId="urn:microsoft.com/office/officeart/2018/5/layout/IconLeafLabelList"/>
    <dgm:cxn modelId="{75068771-D51E-4244-A4AD-F498EA758419}" type="presParOf" srcId="{C2AE4025-C5D6-4B4E-813C-8CF5F6AE6843}" destId="{C804533C-C320-4F23-8D91-29E2F79FC220}" srcOrd="0" destOrd="0" presId="urn:microsoft.com/office/officeart/2018/5/layout/IconLeafLabelList"/>
    <dgm:cxn modelId="{AF1D65D6-1160-A74F-9C27-D6267D992F60}" type="presParOf" srcId="{C2AE4025-C5D6-4B4E-813C-8CF5F6AE6843}" destId="{FCA1ADF7-537C-4C12-A6ED-94859BCE694B}" srcOrd="1" destOrd="0" presId="urn:microsoft.com/office/officeart/2018/5/layout/IconLeafLabelList"/>
    <dgm:cxn modelId="{B3562CF4-7C52-084B-B0DD-DDA45253DAD6}" type="presParOf" srcId="{C2AE4025-C5D6-4B4E-813C-8CF5F6AE6843}" destId="{ED71DED4-B8AF-4E41-A91E-ADD8D13D9436}" srcOrd="2" destOrd="0" presId="urn:microsoft.com/office/officeart/2018/5/layout/IconLeafLabelList"/>
    <dgm:cxn modelId="{CCB05431-63E2-F042-92DD-EE77F89529F1}" type="presParOf" srcId="{C2AE4025-C5D6-4B4E-813C-8CF5F6AE6843}" destId="{2E3020C6-504E-4DB7-9DA0-A12545FC0321}" srcOrd="3" destOrd="0" presId="urn:microsoft.com/office/officeart/2018/5/layout/IconLeafLabelList"/>
    <dgm:cxn modelId="{1AC50D15-71AF-A64F-8F80-A9D748F02CFF}" type="presParOf" srcId="{93A6EF6A-2DBA-4B5A-98CC-84D7A59B282A}" destId="{F87CFE5F-6A7C-430A-B782-825C17A82AB7}" srcOrd="1" destOrd="0" presId="urn:microsoft.com/office/officeart/2018/5/layout/IconLeafLabelList"/>
    <dgm:cxn modelId="{368EEAD4-519A-E44D-8DB6-F83338C21BB3}" type="presParOf" srcId="{93A6EF6A-2DBA-4B5A-98CC-84D7A59B282A}" destId="{5DAFD08A-C164-48A2-A1ED-23ADCF76D6BC}" srcOrd="2" destOrd="0" presId="urn:microsoft.com/office/officeart/2018/5/layout/IconLeafLabelList"/>
    <dgm:cxn modelId="{FA78CF7C-6F1E-A84E-A105-615A8647B41A}" type="presParOf" srcId="{5DAFD08A-C164-48A2-A1ED-23ADCF76D6BC}" destId="{AFAE58F7-9D79-4625-B92B-6E72DE3C2718}" srcOrd="0" destOrd="0" presId="urn:microsoft.com/office/officeart/2018/5/layout/IconLeafLabelList"/>
    <dgm:cxn modelId="{B339A024-754D-4148-9E65-A45AD9585E24}" type="presParOf" srcId="{5DAFD08A-C164-48A2-A1ED-23ADCF76D6BC}" destId="{5126966D-526A-46AB-A766-07511849BCE3}" srcOrd="1" destOrd="0" presId="urn:microsoft.com/office/officeart/2018/5/layout/IconLeafLabelList"/>
    <dgm:cxn modelId="{B168535F-5ED3-9D4D-BA9C-AB477344F547}" type="presParOf" srcId="{5DAFD08A-C164-48A2-A1ED-23ADCF76D6BC}" destId="{D52F0660-E7EA-4070-BAEC-83E0974F6B06}" srcOrd="2" destOrd="0" presId="urn:microsoft.com/office/officeart/2018/5/layout/IconLeafLabelList"/>
    <dgm:cxn modelId="{F3F9EA52-00CE-8A4F-B217-F234101D9AF9}" type="presParOf" srcId="{5DAFD08A-C164-48A2-A1ED-23ADCF76D6BC}" destId="{9A4679AD-A3A6-4B4A-94DE-BA15128C47C4}" srcOrd="3" destOrd="0" presId="urn:microsoft.com/office/officeart/2018/5/layout/IconLeafLabelList"/>
    <dgm:cxn modelId="{4E4CBEE4-43A7-FE49-AB57-A95A0F23008C}" type="presParOf" srcId="{93A6EF6A-2DBA-4B5A-98CC-84D7A59B282A}" destId="{552C03CC-0D0C-4F4C-AEB1-72814B86BB69}" srcOrd="3" destOrd="0" presId="urn:microsoft.com/office/officeart/2018/5/layout/IconLeafLabelList"/>
    <dgm:cxn modelId="{CD3AB27F-2FF3-6648-A8A7-92811F5AFC1C}" type="presParOf" srcId="{93A6EF6A-2DBA-4B5A-98CC-84D7A59B282A}" destId="{82119B33-0B3C-4738-B3DB-49A7BFD42B4F}" srcOrd="4" destOrd="0" presId="urn:microsoft.com/office/officeart/2018/5/layout/IconLeafLabelList"/>
    <dgm:cxn modelId="{1C3499BD-3864-9D49-B412-702A048591B9}" type="presParOf" srcId="{82119B33-0B3C-4738-B3DB-49A7BFD42B4F}" destId="{E9286177-7B70-4231-A9F7-70BA045FBEA5}" srcOrd="0" destOrd="0" presId="urn:microsoft.com/office/officeart/2018/5/layout/IconLeafLabelList"/>
    <dgm:cxn modelId="{CD2482D1-CCE9-B542-848E-D21D46EAEDA5}" type="presParOf" srcId="{82119B33-0B3C-4738-B3DB-49A7BFD42B4F}" destId="{D854E57A-CBD1-4A64-8238-41882B07AAF4}" srcOrd="1" destOrd="0" presId="urn:microsoft.com/office/officeart/2018/5/layout/IconLeafLabelList"/>
    <dgm:cxn modelId="{470A0345-86BA-4944-A0FE-5E52A0433A37}" type="presParOf" srcId="{82119B33-0B3C-4738-B3DB-49A7BFD42B4F}" destId="{C41221BD-F280-477C-B624-AD1A5C483D7B}" srcOrd="2" destOrd="0" presId="urn:microsoft.com/office/officeart/2018/5/layout/IconLeafLabelList"/>
    <dgm:cxn modelId="{002FFA12-79B4-F54F-A9E2-6312EB227DE3}" type="presParOf" srcId="{82119B33-0B3C-4738-B3DB-49A7BFD42B4F}" destId="{CFD054FB-DE13-4828-A23B-6D00626D8024}" srcOrd="3" destOrd="0" presId="urn:microsoft.com/office/officeart/2018/5/layout/IconLeafLabelList"/>
    <dgm:cxn modelId="{994AD0E1-C659-334D-9C19-6FDC447D3D32}" type="presParOf" srcId="{93A6EF6A-2DBA-4B5A-98CC-84D7A59B282A}" destId="{47CC5119-72F0-4B68-86D5-E6B9C489F645}" srcOrd="5" destOrd="0" presId="urn:microsoft.com/office/officeart/2018/5/layout/IconLeafLabelList"/>
    <dgm:cxn modelId="{2C4ABB01-EB90-7A48-8A54-1E9D08F166DF}" type="presParOf" srcId="{93A6EF6A-2DBA-4B5A-98CC-84D7A59B282A}" destId="{3F71A3D9-5F92-43D4-93A3-746E5D1E9B22}" srcOrd="6" destOrd="0" presId="urn:microsoft.com/office/officeart/2018/5/layout/IconLeafLabelList"/>
    <dgm:cxn modelId="{59DA34A4-69DE-E546-840D-31CF9FE08312}" type="presParOf" srcId="{3F71A3D9-5F92-43D4-93A3-746E5D1E9B22}" destId="{78FF5725-E5BF-42CE-AF3D-0137A47E31C7}" srcOrd="0" destOrd="0" presId="urn:microsoft.com/office/officeart/2018/5/layout/IconLeafLabelList"/>
    <dgm:cxn modelId="{A5480C1E-C582-284B-96FF-F36577487368}" type="presParOf" srcId="{3F71A3D9-5F92-43D4-93A3-746E5D1E9B22}" destId="{CB86C32F-EC9D-4543-955C-6A51A72957C4}" srcOrd="1" destOrd="0" presId="urn:microsoft.com/office/officeart/2018/5/layout/IconLeafLabelList"/>
    <dgm:cxn modelId="{38F04E01-76CD-984D-9493-963BA86D6EFC}" type="presParOf" srcId="{3F71A3D9-5F92-43D4-93A3-746E5D1E9B22}" destId="{1BFDA8D4-FB76-4AE6-9A09-2C756ED2E724}" srcOrd="2" destOrd="0" presId="urn:microsoft.com/office/officeart/2018/5/layout/IconLeafLabelList"/>
    <dgm:cxn modelId="{5CA2EEAD-46AA-7548-B274-08F42F7B34A6}" type="presParOf" srcId="{3F71A3D9-5F92-43D4-93A3-746E5D1E9B22}" destId="{B3D4A0C2-4725-4988-B625-A8F574849CA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3370EA4-B7A0-409F-A5DA-185B02051953}" type="doc">
      <dgm:prSet loTypeId="urn:microsoft.com/office/officeart/2018/2/layout/IconLabelList" loCatId="icon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A19B01E-F62F-45DA-AAA3-22C89D84F7A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Transparency</a:t>
          </a:r>
        </a:p>
      </dgm:t>
    </dgm:pt>
    <dgm:pt modelId="{09F728F4-661B-4BF2-B577-0C51EF50DE6B}" type="parTrans" cxnId="{A350E624-65A1-45DB-8D9B-6594A31074A3}">
      <dgm:prSet/>
      <dgm:spPr/>
      <dgm:t>
        <a:bodyPr/>
        <a:lstStyle/>
        <a:p>
          <a:endParaRPr lang="en-US"/>
        </a:p>
      </dgm:t>
    </dgm:pt>
    <dgm:pt modelId="{2C214E76-E6F5-4042-9075-2B3A879B02BB}" type="sibTrans" cxnId="{A350E624-65A1-45DB-8D9B-6594A31074A3}">
      <dgm:prSet/>
      <dgm:spPr/>
      <dgm:t>
        <a:bodyPr/>
        <a:lstStyle/>
        <a:p>
          <a:endParaRPr lang="en-US"/>
        </a:p>
      </dgm:t>
    </dgm:pt>
    <dgm:pt modelId="{56CD00F9-8984-430B-9C32-B04C8A04CD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Automation</a:t>
          </a:r>
        </a:p>
      </dgm:t>
    </dgm:pt>
    <dgm:pt modelId="{FEBFD27F-B811-4F2C-A204-713F0A86D3BA}" type="parTrans" cxnId="{269BD1FB-7993-4054-A410-2F512CAC2645}">
      <dgm:prSet/>
      <dgm:spPr/>
      <dgm:t>
        <a:bodyPr/>
        <a:lstStyle/>
        <a:p>
          <a:endParaRPr lang="en-US"/>
        </a:p>
      </dgm:t>
    </dgm:pt>
    <dgm:pt modelId="{E2386B35-3BA2-4FA4-B2CE-91128486B748}" type="sibTrans" cxnId="{269BD1FB-7993-4054-A410-2F512CAC2645}">
      <dgm:prSet/>
      <dgm:spPr/>
      <dgm:t>
        <a:bodyPr/>
        <a:lstStyle/>
        <a:p>
          <a:endParaRPr lang="en-US"/>
        </a:p>
      </dgm:t>
    </dgm:pt>
    <dgm:pt modelId="{B986C449-7E68-4AAF-AED6-68FB8E45B3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Reproducibility</a:t>
          </a:r>
        </a:p>
      </dgm:t>
    </dgm:pt>
    <dgm:pt modelId="{7E9DBA07-13D3-437D-8D9B-22B0B86BA5FD}" type="parTrans" cxnId="{A1D569E5-F566-433B-8AE4-774EBE1F7F90}">
      <dgm:prSet/>
      <dgm:spPr/>
      <dgm:t>
        <a:bodyPr/>
        <a:lstStyle/>
        <a:p>
          <a:endParaRPr lang="en-US"/>
        </a:p>
      </dgm:t>
    </dgm:pt>
    <dgm:pt modelId="{529501FD-0A47-4CAA-84B9-85E8C9B13D15}" type="sibTrans" cxnId="{A1D569E5-F566-433B-8AE4-774EBE1F7F90}">
      <dgm:prSet/>
      <dgm:spPr/>
      <dgm:t>
        <a:bodyPr/>
        <a:lstStyle/>
        <a:p>
          <a:endParaRPr lang="en-US"/>
        </a:p>
      </dgm:t>
    </dgm:pt>
    <dgm:pt modelId="{21E7CB13-B161-4CE9-92B6-5BE5C86302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Advanced statistical analysis</a:t>
          </a:r>
        </a:p>
      </dgm:t>
    </dgm:pt>
    <dgm:pt modelId="{F69D38B7-B3D5-4647-9D0B-28913030D7F2}" type="parTrans" cxnId="{97011377-31FB-4958-AD0C-E6D489021E67}">
      <dgm:prSet/>
      <dgm:spPr/>
      <dgm:t>
        <a:bodyPr/>
        <a:lstStyle/>
        <a:p>
          <a:endParaRPr lang="en-US"/>
        </a:p>
      </dgm:t>
    </dgm:pt>
    <dgm:pt modelId="{402E5176-CE38-461C-B27D-2AEDCF9B9510}" type="sibTrans" cxnId="{97011377-31FB-4958-AD0C-E6D489021E67}">
      <dgm:prSet/>
      <dgm:spPr/>
      <dgm:t>
        <a:bodyPr/>
        <a:lstStyle/>
        <a:p>
          <a:endParaRPr lang="en-US"/>
        </a:p>
      </dgm:t>
    </dgm:pt>
    <dgm:pt modelId="{BE971B41-DED9-48BC-AEA5-AFA4CAB60E1B}" type="pres">
      <dgm:prSet presAssocID="{93370EA4-B7A0-409F-A5DA-185B02051953}" presName="root" presStyleCnt="0">
        <dgm:presLayoutVars>
          <dgm:dir/>
          <dgm:resizeHandles val="exact"/>
        </dgm:presLayoutVars>
      </dgm:prSet>
      <dgm:spPr/>
    </dgm:pt>
    <dgm:pt modelId="{F25A4C54-6B60-4517-9135-AD0BD2A96C46}" type="pres">
      <dgm:prSet presAssocID="{BA19B01E-F62F-45DA-AAA3-22C89D84F7AC}" presName="compNode" presStyleCnt="0"/>
      <dgm:spPr/>
    </dgm:pt>
    <dgm:pt modelId="{EDE76A5C-B3C0-417F-AC49-89F8D873D1DA}" type="pres">
      <dgm:prSet presAssocID="{BA19B01E-F62F-45DA-AAA3-22C89D84F7A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A459AE4-1333-4240-9017-DE09DBDF0D68}" type="pres">
      <dgm:prSet presAssocID="{BA19B01E-F62F-45DA-AAA3-22C89D84F7AC}" presName="spaceRect" presStyleCnt="0"/>
      <dgm:spPr/>
    </dgm:pt>
    <dgm:pt modelId="{21A31E3B-517D-4BF9-9958-A6517AA73AC3}" type="pres">
      <dgm:prSet presAssocID="{BA19B01E-F62F-45DA-AAA3-22C89D84F7AC}" presName="textRect" presStyleLbl="revTx" presStyleIdx="0" presStyleCnt="4">
        <dgm:presLayoutVars>
          <dgm:chMax val="1"/>
          <dgm:chPref val="1"/>
        </dgm:presLayoutVars>
      </dgm:prSet>
      <dgm:spPr/>
    </dgm:pt>
    <dgm:pt modelId="{4B63CBF2-AD58-4647-A976-DAF0B5B4427D}" type="pres">
      <dgm:prSet presAssocID="{2C214E76-E6F5-4042-9075-2B3A879B02BB}" presName="sibTrans" presStyleCnt="0"/>
      <dgm:spPr/>
    </dgm:pt>
    <dgm:pt modelId="{5037972D-8743-4AEA-BF7B-FF2DBB663F54}" type="pres">
      <dgm:prSet presAssocID="{56CD00F9-8984-430B-9C32-B04C8A04CDF8}" presName="compNode" presStyleCnt="0"/>
      <dgm:spPr/>
    </dgm:pt>
    <dgm:pt modelId="{A75BEA6E-1FA0-4C89-8D78-D6C318CEB54C}" type="pres">
      <dgm:prSet presAssocID="{56CD00F9-8984-430B-9C32-B04C8A04CDF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D99A1E8-F446-419F-85BA-6F3B02BA4A48}" type="pres">
      <dgm:prSet presAssocID="{56CD00F9-8984-430B-9C32-B04C8A04CDF8}" presName="spaceRect" presStyleCnt="0"/>
      <dgm:spPr/>
    </dgm:pt>
    <dgm:pt modelId="{78247E97-0BB3-4698-BD8D-60FF92CCC106}" type="pres">
      <dgm:prSet presAssocID="{56CD00F9-8984-430B-9C32-B04C8A04CDF8}" presName="textRect" presStyleLbl="revTx" presStyleIdx="1" presStyleCnt="4">
        <dgm:presLayoutVars>
          <dgm:chMax val="1"/>
          <dgm:chPref val="1"/>
        </dgm:presLayoutVars>
      </dgm:prSet>
      <dgm:spPr/>
    </dgm:pt>
    <dgm:pt modelId="{F2F81652-5722-48C3-957E-72D64781D92B}" type="pres">
      <dgm:prSet presAssocID="{E2386B35-3BA2-4FA4-B2CE-91128486B748}" presName="sibTrans" presStyleCnt="0"/>
      <dgm:spPr/>
    </dgm:pt>
    <dgm:pt modelId="{A79BBE94-4DB4-4900-9FEF-0B1C2FBB1A83}" type="pres">
      <dgm:prSet presAssocID="{B986C449-7E68-4AAF-AED6-68FB8E45B35B}" presName="compNode" presStyleCnt="0"/>
      <dgm:spPr/>
    </dgm:pt>
    <dgm:pt modelId="{8B55997A-99DD-4255-A7BB-1337341BBB95}" type="pres">
      <dgm:prSet presAssocID="{B986C449-7E68-4AAF-AED6-68FB8E45B35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EF7F739A-9F38-4E29-B340-75CA43E30931}" type="pres">
      <dgm:prSet presAssocID="{B986C449-7E68-4AAF-AED6-68FB8E45B35B}" presName="spaceRect" presStyleCnt="0"/>
      <dgm:spPr/>
    </dgm:pt>
    <dgm:pt modelId="{33D8E33E-0FC9-4450-89CD-0CF4197EA50B}" type="pres">
      <dgm:prSet presAssocID="{B986C449-7E68-4AAF-AED6-68FB8E45B35B}" presName="textRect" presStyleLbl="revTx" presStyleIdx="2" presStyleCnt="4">
        <dgm:presLayoutVars>
          <dgm:chMax val="1"/>
          <dgm:chPref val="1"/>
        </dgm:presLayoutVars>
      </dgm:prSet>
      <dgm:spPr/>
    </dgm:pt>
    <dgm:pt modelId="{D67E6560-98D9-41D8-BAE1-6A8A0C93C3AE}" type="pres">
      <dgm:prSet presAssocID="{529501FD-0A47-4CAA-84B9-85E8C9B13D15}" presName="sibTrans" presStyleCnt="0"/>
      <dgm:spPr/>
    </dgm:pt>
    <dgm:pt modelId="{A58EB975-BD9D-4B5F-AFDF-C8108993F7CC}" type="pres">
      <dgm:prSet presAssocID="{21E7CB13-B161-4CE9-92B6-5BE5C8630276}" presName="compNode" presStyleCnt="0"/>
      <dgm:spPr/>
    </dgm:pt>
    <dgm:pt modelId="{F0F0AE07-AEA8-4579-ACE2-A584D9E8DF85}" type="pres">
      <dgm:prSet presAssocID="{21E7CB13-B161-4CE9-92B6-5BE5C863027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B3F49D7-941F-424C-AA3D-24125E0A7222}" type="pres">
      <dgm:prSet presAssocID="{21E7CB13-B161-4CE9-92B6-5BE5C8630276}" presName="spaceRect" presStyleCnt="0"/>
      <dgm:spPr/>
    </dgm:pt>
    <dgm:pt modelId="{33179B1E-2252-4ED8-B79E-52F4B953F8E9}" type="pres">
      <dgm:prSet presAssocID="{21E7CB13-B161-4CE9-92B6-5BE5C863027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350E624-65A1-45DB-8D9B-6594A31074A3}" srcId="{93370EA4-B7A0-409F-A5DA-185B02051953}" destId="{BA19B01E-F62F-45DA-AAA3-22C89D84F7AC}" srcOrd="0" destOrd="0" parTransId="{09F728F4-661B-4BF2-B577-0C51EF50DE6B}" sibTransId="{2C214E76-E6F5-4042-9075-2B3A879B02BB}"/>
    <dgm:cxn modelId="{0558DD72-DF93-404C-9405-6B7646AAF985}" type="presOf" srcId="{56CD00F9-8984-430B-9C32-B04C8A04CDF8}" destId="{78247E97-0BB3-4698-BD8D-60FF92CCC106}" srcOrd="0" destOrd="0" presId="urn:microsoft.com/office/officeart/2018/2/layout/IconLabelList"/>
    <dgm:cxn modelId="{97011377-31FB-4958-AD0C-E6D489021E67}" srcId="{93370EA4-B7A0-409F-A5DA-185B02051953}" destId="{21E7CB13-B161-4CE9-92B6-5BE5C8630276}" srcOrd="3" destOrd="0" parTransId="{F69D38B7-B3D5-4647-9D0B-28913030D7F2}" sibTransId="{402E5176-CE38-461C-B27D-2AEDCF9B9510}"/>
    <dgm:cxn modelId="{B5564285-3AE1-43D7-A425-2D9FDE081740}" type="presOf" srcId="{93370EA4-B7A0-409F-A5DA-185B02051953}" destId="{BE971B41-DED9-48BC-AEA5-AFA4CAB60E1B}" srcOrd="0" destOrd="0" presId="urn:microsoft.com/office/officeart/2018/2/layout/IconLabelList"/>
    <dgm:cxn modelId="{FD5711AF-557B-4209-84D8-422C846205ED}" type="presOf" srcId="{21E7CB13-B161-4CE9-92B6-5BE5C8630276}" destId="{33179B1E-2252-4ED8-B79E-52F4B953F8E9}" srcOrd="0" destOrd="0" presId="urn:microsoft.com/office/officeart/2018/2/layout/IconLabelList"/>
    <dgm:cxn modelId="{96C3DDBF-76BD-4342-BC8B-EAD09FADFE16}" type="presOf" srcId="{BA19B01E-F62F-45DA-AAA3-22C89D84F7AC}" destId="{21A31E3B-517D-4BF9-9958-A6517AA73AC3}" srcOrd="0" destOrd="0" presId="urn:microsoft.com/office/officeart/2018/2/layout/IconLabelList"/>
    <dgm:cxn modelId="{DAD254CE-71E6-480F-AAE3-F26642D4C36F}" type="presOf" srcId="{B986C449-7E68-4AAF-AED6-68FB8E45B35B}" destId="{33D8E33E-0FC9-4450-89CD-0CF4197EA50B}" srcOrd="0" destOrd="0" presId="urn:microsoft.com/office/officeart/2018/2/layout/IconLabelList"/>
    <dgm:cxn modelId="{A1D569E5-F566-433B-8AE4-774EBE1F7F90}" srcId="{93370EA4-B7A0-409F-A5DA-185B02051953}" destId="{B986C449-7E68-4AAF-AED6-68FB8E45B35B}" srcOrd="2" destOrd="0" parTransId="{7E9DBA07-13D3-437D-8D9B-22B0B86BA5FD}" sibTransId="{529501FD-0A47-4CAA-84B9-85E8C9B13D15}"/>
    <dgm:cxn modelId="{269BD1FB-7993-4054-A410-2F512CAC2645}" srcId="{93370EA4-B7A0-409F-A5DA-185B02051953}" destId="{56CD00F9-8984-430B-9C32-B04C8A04CDF8}" srcOrd="1" destOrd="0" parTransId="{FEBFD27F-B811-4F2C-A204-713F0A86D3BA}" sibTransId="{E2386B35-3BA2-4FA4-B2CE-91128486B748}"/>
    <dgm:cxn modelId="{FD5249E6-6474-41B5-B51C-6D9B851C7B6D}" type="presParOf" srcId="{BE971B41-DED9-48BC-AEA5-AFA4CAB60E1B}" destId="{F25A4C54-6B60-4517-9135-AD0BD2A96C46}" srcOrd="0" destOrd="0" presId="urn:microsoft.com/office/officeart/2018/2/layout/IconLabelList"/>
    <dgm:cxn modelId="{BF619868-AEEB-41C0-B935-AF7E5C49FCB7}" type="presParOf" srcId="{F25A4C54-6B60-4517-9135-AD0BD2A96C46}" destId="{EDE76A5C-B3C0-417F-AC49-89F8D873D1DA}" srcOrd="0" destOrd="0" presId="urn:microsoft.com/office/officeart/2018/2/layout/IconLabelList"/>
    <dgm:cxn modelId="{75CEB66C-868D-42D4-9A82-CB5D69BEAD9B}" type="presParOf" srcId="{F25A4C54-6B60-4517-9135-AD0BD2A96C46}" destId="{BA459AE4-1333-4240-9017-DE09DBDF0D68}" srcOrd="1" destOrd="0" presId="urn:microsoft.com/office/officeart/2018/2/layout/IconLabelList"/>
    <dgm:cxn modelId="{5C3CCD9A-1D2A-48AB-A3ED-A01CBEE67317}" type="presParOf" srcId="{F25A4C54-6B60-4517-9135-AD0BD2A96C46}" destId="{21A31E3B-517D-4BF9-9958-A6517AA73AC3}" srcOrd="2" destOrd="0" presId="urn:microsoft.com/office/officeart/2018/2/layout/IconLabelList"/>
    <dgm:cxn modelId="{B3DB800A-F036-408B-912C-5439D47719CF}" type="presParOf" srcId="{BE971B41-DED9-48BC-AEA5-AFA4CAB60E1B}" destId="{4B63CBF2-AD58-4647-A976-DAF0B5B4427D}" srcOrd="1" destOrd="0" presId="urn:microsoft.com/office/officeart/2018/2/layout/IconLabelList"/>
    <dgm:cxn modelId="{2169EC99-D54A-4CF7-B3DF-90CFB5596E9E}" type="presParOf" srcId="{BE971B41-DED9-48BC-AEA5-AFA4CAB60E1B}" destId="{5037972D-8743-4AEA-BF7B-FF2DBB663F54}" srcOrd="2" destOrd="0" presId="urn:microsoft.com/office/officeart/2018/2/layout/IconLabelList"/>
    <dgm:cxn modelId="{7467DBF6-09A6-4919-8E1D-F439370FD205}" type="presParOf" srcId="{5037972D-8743-4AEA-BF7B-FF2DBB663F54}" destId="{A75BEA6E-1FA0-4C89-8D78-D6C318CEB54C}" srcOrd="0" destOrd="0" presId="urn:microsoft.com/office/officeart/2018/2/layout/IconLabelList"/>
    <dgm:cxn modelId="{E857EFF8-00BB-479C-83E0-17625EBFC4B5}" type="presParOf" srcId="{5037972D-8743-4AEA-BF7B-FF2DBB663F54}" destId="{8D99A1E8-F446-419F-85BA-6F3B02BA4A48}" srcOrd="1" destOrd="0" presId="urn:microsoft.com/office/officeart/2018/2/layout/IconLabelList"/>
    <dgm:cxn modelId="{F3721892-4233-47D3-A784-C4B5A1D21A71}" type="presParOf" srcId="{5037972D-8743-4AEA-BF7B-FF2DBB663F54}" destId="{78247E97-0BB3-4698-BD8D-60FF92CCC106}" srcOrd="2" destOrd="0" presId="urn:microsoft.com/office/officeart/2018/2/layout/IconLabelList"/>
    <dgm:cxn modelId="{F84E79AA-736D-42A1-B237-CD8C0AC37B10}" type="presParOf" srcId="{BE971B41-DED9-48BC-AEA5-AFA4CAB60E1B}" destId="{F2F81652-5722-48C3-957E-72D64781D92B}" srcOrd="3" destOrd="0" presId="urn:microsoft.com/office/officeart/2018/2/layout/IconLabelList"/>
    <dgm:cxn modelId="{3A033E85-D83F-4463-9A50-A3C40C821AAD}" type="presParOf" srcId="{BE971B41-DED9-48BC-AEA5-AFA4CAB60E1B}" destId="{A79BBE94-4DB4-4900-9FEF-0B1C2FBB1A83}" srcOrd="4" destOrd="0" presId="urn:microsoft.com/office/officeart/2018/2/layout/IconLabelList"/>
    <dgm:cxn modelId="{46989399-4AD6-4759-B026-1444C40A42C5}" type="presParOf" srcId="{A79BBE94-4DB4-4900-9FEF-0B1C2FBB1A83}" destId="{8B55997A-99DD-4255-A7BB-1337341BBB95}" srcOrd="0" destOrd="0" presId="urn:microsoft.com/office/officeart/2018/2/layout/IconLabelList"/>
    <dgm:cxn modelId="{943AD5EA-A8BC-4E1F-BC25-E67607277FE4}" type="presParOf" srcId="{A79BBE94-4DB4-4900-9FEF-0B1C2FBB1A83}" destId="{EF7F739A-9F38-4E29-B340-75CA43E30931}" srcOrd="1" destOrd="0" presId="urn:microsoft.com/office/officeart/2018/2/layout/IconLabelList"/>
    <dgm:cxn modelId="{E5ECF6D5-2634-4EAE-B1E9-0981AE652CC9}" type="presParOf" srcId="{A79BBE94-4DB4-4900-9FEF-0B1C2FBB1A83}" destId="{33D8E33E-0FC9-4450-89CD-0CF4197EA50B}" srcOrd="2" destOrd="0" presId="urn:microsoft.com/office/officeart/2018/2/layout/IconLabelList"/>
    <dgm:cxn modelId="{CBC5623F-A36E-4D28-8EEA-BD594243DEB6}" type="presParOf" srcId="{BE971B41-DED9-48BC-AEA5-AFA4CAB60E1B}" destId="{D67E6560-98D9-41D8-BAE1-6A8A0C93C3AE}" srcOrd="5" destOrd="0" presId="urn:microsoft.com/office/officeart/2018/2/layout/IconLabelList"/>
    <dgm:cxn modelId="{495DA97B-C751-4F1E-B759-50E45698A3D8}" type="presParOf" srcId="{BE971B41-DED9-48BC-AEA5-AFA4CAB60E1B}" destId="{A58EB975-BD9D-4B5F-AFDF-C8108993F7CC}" srcOrd="6" destOrd="0" presId="urn:microsoft.com/office/officeart/2018/2/layout/IconLabelList"/>
    <dgm:cxn modelId="{1A78768D-68BD-4850-BC0F-DC059FF2DDF3}" type="presParOf" srcId="{A58EB975-BD9D-4B5F-AFDF-C8108993F7CC}" destId="{F0F0AE07-AEA8-4579-ACE2-A584D9E8DF85}" srcOrd="0" destOrd="0" presId="urn:microsoft.com/office/officeart/2018/2/layout/IconLabelList"/>
    <dgm:cxn modelId="{D5F4C3FE-1C7B-4F72-A64E-FCE39D82A28B}" type="presParOf" srcId="{A58EB975-BD9D-4B5F-AFDF-C8108993F7CC}" destId="{BB3F49D7-941F-424C-AA3D-24125E0A7222}" srcOrd="1" destOrd="0" presId="urn:microsoft.com/office/officeart/2018/2/layout/IconLabelList"/>
    <dgm:cxn modelId="{50CDE8B1-57A1-40E6-9F03-056A4DF63007}" type="presParOf" srcId="{A58EB975-BD9D-4B5F-AFDF-C8108993F7CC}" destId="{33179B1E-2252-4ED8-B79E-52F4B953F8E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3CC61A6-FE04-4A19-9AEA-DE7125994D17}" type="doc">
      <dgm:prSet loTypeId="urn:microsoft.com/office/officeart/2018/2/layout/IconLabelList" loCatId="icon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D429A92-C93D-44D3-8F14-FD57199D74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cleaning issues</a:t>
          </a:r>
        </a:p>
      </dgm:t>
    </dgm:pt>
    <dgm:pt modelId="{AEA9613B-5DE7-4940-99B3-E809253294F4}" type="parTrans" cxnId="{2BCD29F5-94B0-48B0-8651-65D9D8C5392F}">
      <dgm:prSet/>
      <dgm:spPr/>
      <dgm:t>
        <a:bodyPr/>
        <a:lstStyle/>
        <a:p>
          <a:endParaRPr lang="en-US"/>
        </a:p>
      </dgm:t>
    </dgm:pt>
    <dgm:pt modelId="{F1155FDA-3E33-490B-A600-78340045AD44}" type="sibTrans" cxnId="{2BCD29F5-94B0-48B0-8651-65D9D8C5392F}">
      <dgm:prSet/>
      <dgm:spPr/>
      <dgm:t>
        <a:bodyPr/>
        <a:lstStyle/>
        <a:p>
          <a:endParaRPr lang="en-US"/>
        </a:p>
      </dgm:t>
    </dgm:pt>
    <dgm:pt modelId="{8F3264A0-D867-40D8-81C2-3A1EE9E08C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Understanding meta‑analysis concepts</a:t>
          </a:r>
        </a:p>
      </dgm:t>
    </dgm:pt>
    <dgm:pt modelId="{B1E76575-AA2D-4A09-9866-F612A8649E6B}" type="parTrans" cxnId="{5B232D5A-3AF4-4DB3-B125-0DCAC0E2A63B}">
      <dgm:prSet/>
      <dgm:spPr/>
      <dgm:t>
        <a:bodyPr/>
        <a:lstStyle/>
        <a:p>
          <a:endParaRPr lang="en-US"/>
        </a:p>
      </dgm:t>
    </dgm:pt>
    <dgm:pt modelId="{79DD35BE-1A0B-4603-B987-CE57E1391ACF}" type="sibTrans" cxnId="{5B232D5A-3AF4-4DB3-B125-0DCAC0E2A63B}">
      <dgm:prSet/>
      <dgm:spPr/>
      <dgm:t>
        <a:bodyPr/>
        <a:lstStyle/>
        <a:p>
          <a:endParaRPr lang="en-US"/>
        </a:p>
      </dgm:t>
    </dgm:pt>
    <dgm:pt modelId="{F67D1F6E-2C8D-46EF-89A2-C28E9DEB6B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Managing large datasets</a:t>
          </a:r>
        </a:p>
      </dgm:t>
    </dgm:pt>
    <dgm:pt modelId="{0D35E00F-B8B5-465B-B3FC-FCC180A3A4DE}" type="parTrans" cxnId="{5115AF6D-A7EA-4D72-BC59-F605C779EA0C}">
      <dgm:prSet/>
      <dgm:spPr/>
      <dgm:t>
        <a:bodyPr/>
        <a:lstStyle/>
        <a:p>
          <a:endParaRPr lang="en-US"/>
        </a:p>
      </dgm:t>
    </dgm:pt>
    <dgm:pt modelId="{CAE3BF8C-66D5-464E-A7A5-1E4D95BD0A4F}" type="sibTrans" cxnId="{5115AF6D-A7EA-4D72-BC59-F605C779EA0C}">
      <dgm:prSet/>
      <dgm:spPr/>
      <dgm:t>
        <a:bodyPr/>
        <a:lstStyle/>
        <a:p>
          <a:endParaRPr lang="en-US"/>
        </a:p>
      </dgm:t>
    </dgm:pt>
    <dgm:pt modelId="{6655D870-C7EC-41EB-A1F8-5549BC5B172C}" type="pres">
      <dgm:prSet presAssocID="{F3CC61A6-FE04-4A19-9AEA-DE7125994D17}" presName="root" presStyleCnt="0">
        <dgm:presLayoutVars>
          <dgm:dir/>
          <dgm:resizeHandles val="exact"/>
        </dgm:presLayoutVars>
      </dgm:prSet>
      <dgm:spPr/>
    </dgm:pt>
    <dgm:pt modelId="{6AC092D4-A827-480E-9D50-CA240D9C85E9}" type="pres">
      <dgm:prSet presAssocID="{8D429A92-C93D-44D3-8F14-FD57199D7443}" presName="compNode" presStyleCnt="0"/>
      <dgm:spPr/>
    </dgm:pt>
    <dgm:pt modelId="{63996ECF-DDE6-4707-8741-02DE3876C83C}" type="pres">
      <dgm:prSet presAssocID="{8D429A92-C93D-44D3-8F14-FD57199D744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347CC831-1FEF-4213-A323-0697353CF071}" type="pres">
      <dgm:prSet presAssocID="{8D429A92-C93D-44D3-8F14-FD57199D7443}" presName="spaceRect" presStyleCnt="0"/>
      <dgm:spPr/>
    </dgm:pt>
    <dgm:pt modelId="{99A69320-BA14-41F6-8E95-0E23D140573D}" type="pres">
      <dgm:prSet presAssocID="{8D429A92-C93D-44D3-8F14-FD57199D7443}" presName="textRect" presStyleLbl="revTx" presStyleIdx="0" presStyleCnt="3">
        <dgm:presLayoutVars>
          <dgm:chMax val="1"/>
          <dgm:chPref val="1"/>
        </dgm:presLayoutVars>
      </dgm:prSet>
      <dgm:spPr/>
    </dgm:pt>
    <dgm:pt modelId="{ACB8375C-CA88-41CB-8B96-4A7588A3A65E}" type="pres">
      <dgm:prSet presAssocID="{F1155FDA-3E33-490B-A600-78340045AD44}" presName="sibTrans" presStyleCnt="0"/>
      <dgm:spPr/>
    </dgm:pt>
    <dgm:pt modelId="{67BB188C-58B6-4204-A573-D732EB54B8C0}" type="pres">
      <dgm:prSet presAssocID="{8F3264A0-D867-40D8-81C2-3A1EE9E08C5E}" presName="compNode" presStyleCnt="0"/>
      <dgm:spPr/>
    </dgm:pt>
    <dgm:pt modelId="{C4A037BF-45EE-4BE0-A419-912AB81AA61D}" type="pres">
      <dgm:prSet presAssocID="{8F3264A0-D867-40D8-81C2-3A1EE9E08C5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5A74ABDF-0A91-4226-9F23-A3254EDC3EAA}" type="pres">
      <dgm:prSet presAssocID="{8F3264A0-D867-40D8-81C2-3A1EE9E08C5E}" presName="spaceRect" presStyleCnt="0"/>
      <dgm:spPr/>
    </dgm:pt>
    <dgm:pt modelId="{59C04C34-FCEB-4E90-9E5F-59FA89C27FEA}" type="pres">
      <dgm:prSet presAssocID="{8F3264A0-D867-40D8-81C2-3A1EE9E08C5E}" presName="textRect" presStyleLbl="revTx" presStyleIdx="1" presStyleCnt="3">
        <dgm:presLayoutVars>
          <dgm:chMax val="1"/>
          <dgm:chPref val="1"/>
        </dgm:presLayoutVars>
      </dgm:prSet>
      <dgm:spPr/>
    </dgm:pt>
    <dgm:pt modelId="{F2310C74-6162-4950-A07A-F58F9A5D3223}" type="pres">
      <dgm:prSet presAssocID="{79DD35BE-1A0B-4603-B987-CE57E1391ACF}" presName="sibTrans" presStyleCnt="0"/>
      <dgm:spPr/>
    </dgm:pt>
    <dgm:pt modelId="{AB84598A-B18E-416D-BC0B-FFC9BFE5AA3D}" type="pres">
      <dgm:prSet presAssocID="{F67D1F6E-2C8D-46EF-89A2-C28E9DEB6BF3}" presName="compNode" presStyleCnt="0"/>
      <dgm:spPr/>
    </dgm:pt>
    <dgm:pt modelId="{83850B44-A274-41D4-9EC6-825E3F682C8B}" type="pres">
      <dgm:prSet presAssocID="{F67D1F6E-2C8D-46EF-89A2-C28E9DEB6BF3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1A1B3AA-3130-4BF5-994F-119AC3C55580}" type="pres">
      <dgm:prSet presAssocID="{F67D1F6E-2C8D-46EF-89A2-C28E9DEB6BF3}" presName="spaceRect" presStyleCnt="0"/>
      <dgm:spPr/>
    </dgm:pt>
    <dgm:pt modelId="{5E1F8EFD-20A2-4783-BAB2-F7A56A6F8A1B}" type="pres">
      <dgm:prSet presAssocID="{F67D1F6E-2C8D-46EF-89A2-C28E9DEB6BF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D3B2440-155A-48BD-82C5-C98ED9CB1269}" type="presOf" srcId="{F3CC61A6-FE04-4A19-9AEA-DE7125994D17}" destId="{6655D870-C7EC-41EB-A1F8-5549BC5B172C}" srcOrd="0" destOrd="0" presId="urn:microsoft.com/office/officeart/2018/2/layout/IconLabelList"/>
    <dgm:cxn modelId="{5B232D5A-3AF4-4DB3-B125-0DCAC0E2A63B}" srcId="{F3CC61A6-FE04-4A19-9AEA-DE7125994D17}" destId="{8F3264A0-D867-40D8-81C2-3A1EE9E08C5E}" srcOrd="1" destOrd="0" parTransId="{B1E76575-AA2D-4A09-9866-F612A8649E6B}" sibTransId="{79DD35BE-1A0B-4603-B987-CE57E1391ACF}"/>
    <dgm:cxn modelId="{9B78C56C-0356-42B1-ACFA-588572D13686}" type="presOf" srcId="{8D429A92-C93D-44D3-8F14-FD57199D7443}" destId="{99A69320-BA14-41F6-8E95-0E23D140573D}" srcOrd="0" destOrd="0" presId="urn:microsoft.com/office/officeart/2018/2/layout/IconLabelList"/>
    <dgm:cxn modelId="{5115AF6D-A7EA-4D72-BC59-F605C779EA0C}" srcId="{F3CC61A6-FE04-4A19-9AEA-DE7125994D17}" destId="{F67D1F6E-2C8D-46EF-89A2-C28E9DEB6BF3}" srcOrd="2" destOrd="0" parTransId="{0D35E00F-B8B5-465B-B3FC-FCC180A3A4DE}" sibTransId="{CAE3BF8C-66D5-464E-A7A5-1E4D95BD0A4F}"/>
    <dgm:cxn modelId="{5EDE777F-7376-41A6-AD60-0D7AE6FB4955}" type="presOf" srcId="{8F3264A0-D867-40D8-81C2-3A1EE9E08C5E}" destId="{59C04C34-FCEB-4E90-9E5F-59FA89C27FEA}" srcOrd="0" destOrd="0" presId="urn:microsoft.com/office/officeart/2018/2/layout/IconLabelList"/>
    <dgm:cxn modelId="{CDBA31C8-640E-4BD9-A7E4-FF55BCF5CA53}" type="presOf" srcId="{F67D1F6E-2C8D-46EF-89A2-C28E9DEB6BF3}" destId="{5E1F8EFD-20A2-4783-BAB2-F7A56A6F8A1B}" srcOrd="0" destOrd="0" presId="urn:microsoft.com/office/officeart/2018/2/layout/IconLabelList"/>
    <dgm:cxn modelId="{2BCD29F5-94B0-48B0-8651-65D9D8C5392F}" srcId="{F3CC61A6-FE04-4A19-9AEA-DE7125994D17}" destId="{8D429A92-C93D-44D3-8F14-FD57199D7443}" srcOrd="0" destOrd="0" parTransId="{AEA9613B-5DE7-4940-99B3-E809253294F4}" sibTransId="{F1155FDA-3E33-490B-A600-78340045AD44}"/>
    <dgm:cxn modelId="{6ED5F575-A50A-49E9-B23D-217E448543E8}" type="presParOf" srcId="{6655D870-C7EC-41EB-A1F8-5549BC5B172C}" destId="{6AC092D4-A827-480E-9D50-CA240D9C85E9}" srcOrd="0" destOrd="0" presId="urn:microsoft.com/office/officeart/2018/2/layout/IconLabelList"/>
    <dgm:cxn modelId="{213FDA9D-AA75-4DF4-87DA-FCD013EE40C2}" type="presParOf" srcId="{6AC092D4-A827-480E-9D50-CA240D9C85E9}" destId="{63996ECF-DDE6-4707-8741-02DE3876C83C}" srcOrd="0" destOrd="0" presId="urn:microsoft.com/office/officeart/2018/2/layout/IconLabelList"/>
    <dgm:cxn modelId="{425B61C4-0491-40FB-A900-4CD9957C580D}" type="presParOf" srcId="{6AC092D4-A827-480E-9D50-CA240D9C85E9}" destId="{347CC831-1FEF-4213-A323-0697353CF071}" srcOrd="1" destOrd="0" presId="urn:microsoft.com/office/officeart/2018/2/layout/IconLabelList"/>
    <dgm:cxn modelId="{CE0BE584-1250-481F-AA9D-ADB031A38419}" type="presParOf" srcId="{6AC092D4-A827-480E-9D50-CA240D9C85E9}" destId="{99A69320-BA14-41F6-8E95-0E23D140573D}" srcOrd="2" destOrd="0" presId="urn:microsoft.com/office/officeart/2018/2/layout/IconLabelList"/>
    <dgm:cxn modelId="{27A2E92D-F64E-4B5B-92E5-150437F43E7A}" type="presParOf" srcId="{6655D870-C7EC-41EB-A1F8-5549BC5B172C}" destId="{ACB8375C-CA88-41CB-8B96-4A7588A3A65E}" srcOrd="1" destOrd="0" presId="urn:microsoft.com/office/officeart/2018/2/layout/IconLabelList"/>
    <dgm:cxn modelId="{0B48DDFA-5E37-42BF-8029-C49431F327C4}" type="presParOf" srcId="{6655D870-C7EC-41EB-A1F8-5549BC5B172C}" destId="{67BB188C-58B6-4204-A573-D732EB54B8C0}" srcOrd="2" destOrd="0" presId="urn:microsoft.com/office/officeart/2018/2/layout/IconLabelList"/>
    <dgm:cxn modelId="{516F7DCB-DDC8-47E6-9E2C-222F61193CF5}" type="presParOf" srcId="{67BB188C-58B6-4204-A573-D732EB54B8C0}" destId="{C4A037BF-45EE-4BE0-A419-912AB81AA61D}" srcOrd="0" destOrd="0" presId="urn:microsoft.com/office/officeart/2018/2/layout/IconLabelList"/>
    <dgm:cxn modelId="{6E423969-0D43-431F-957F-C318C0A6F4A9}" type="presParOf" srcId="{67BB188C-58B6-4204-A573-D732EB54B8C0}" destId="{5A74ABDF-0A91-4226-9F23-A3254EDC3EAA}" srcOrd="1" destOrd="0" presId="urn:microsoft.com/office/officeart/2018/2/layout/IconLabelList"/>
    <dgm:cxn modelId="{2D6350B3-9CB8-4279-982C-BC3DCC5377D1}" type="presParOf" srcId="{67BB188C-58B6-4204-A573-D732EB54B8C0}" destId="{59C04C34-FCEB-4E90-9E5F-59FA89C27FEA}" srcOrd="2" destOrd="0" presId="urn:microsoft.com/office/officeart/2018/2/layout/IconLabelList"/>
    <dgm:cxn modelId="{14A0C89C-4A5C-4939-A014-0D8168BE06E3}" type="presParOf" srcId="{6655D870-C7EC-41EB-A1F8-5549BC5B172C}" destId="{F2310C74-6162-4950-A07A-F58F9A5D3223}" srcOrd="3" destOrd="0" presId="urn:microsoft.com/office/officeart/2018/2/layout/IconLabelList"/>
    <dgm:cxn modelId="{0DE0374C-8AD6-440B-8CA2-6A237D432BFD}" type="presParOf" srcId="{6655D870-C7EC-41EB-A1F8-5549BC5B172C}" destId="{AB84598A-B18E-416D-BC0B-FFC9BFE5AA3D}" srcOrd="4" destOrd="0" presId="urn:microsoft.com/office/officeart/2018/2/layout/IconLabelList"/>
    <dgm:cxn modelId="{ADF88908-0B85-4D82-9F40-B33B732C5ECB}" type="presParOf" srcId="{AB84598A-B18E-416D-BC0B-FFC9BFE5AA3D}" destId="{83850B44-A274-41D4-9EC6-825E3F682C8B}" srcOrd="0" destOrd="0" presId="urn:microsoft.com/office/officeart/2018/2/layout/IconLabelList"/>
    <dgm:cxn modelId="{4E91B03B-6CCF-44D0-96F9-6D587E8E308A}" type="presParOf" srcId="{AB84598A-B18E-416D-BC0B-FFC9BFE5AA3D}" destId="{21A1B3AA-3130-4BF5-994F-119AC3C55580}" srcOrd="1" destOrd="0" presId="urn:microsoft.com/office/officeart/2018/2/layout/IconLabelList"/>
    <dgm:cxn modelId="{4FBB7D85-0510-4250-952C-1FD91E7EF644}" type="presParOf" srcId="{AB84598A-B18E-416D-BC0B-FFC9BFE5AA3D}" destId="{5E1F8EFD-20A2-4783-BAB2-F7A56A6F8A1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29DCC6D-8B88-420B-BA48-DEEE0A7D4B8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C526F9D-DAFD-4968-9286-709D1064D409}">
      <dgm:prSet/>
      <dgm:spPr/>
      <dgm:t>
        <a:bodyPr/>
        <a:lstStyle/>
        <a:p>
          <a:r>
            <a:rPr lang="en-US"/>
            <a:t>R enables reproducible systematic reviews</a:t>
          </a:r>
        </a:p>
      </dgm:t>
    </dgm:pt>
    <dgm:pt modelId="{F610FC39-61B2-475D-8909-12FDF8E3C4D1}" type="parTrans" cxnId="{1C743C5F-BC53-4CF0-9C0B-CF5446A4A723}">
      <dgm:prSet/>
      <dgm:spPr/>
      <dgm:t>
        <a:bodyPr/>
        <a:lstStyle/>
        <a:p>
          <a:endParaRPr lang="en-US"/>
        </a:p>
      </dgm:t>
    </dgm:pt>
    <dgm:pt modelId="{0D9EA022-3650-4997-9D51-14E021C78158}" type="sibTrans" cxnId="{1C743C5F-BC53-4CF0-9C0B-CF5446A4A723}">
      <dgm:prSet/>
      <dgm:spPr/>
      <dgm:t>
        <a:bodyPr/>
        <a:lstStyle/>
        <a:p>
          <a:endParaRPr lang="en-US"/>
        </a:p>
      </dgm:t>
    </dgm:pt>
    <dgm:pt modelId="{D0F36DE5-FC9D-41E6-A1B6-E05A0DB56A13}">
      <dgm:prSet/>
      <dgm:spPr/>
      <dgm:t>
        <a:bodyPr/>
        <a:lstStyle/>
        <a:p>
          <a:r>
            <a:rPr lang="en-US"/>
            <a:t>Multiple packages support each stage</a:t>
          </a:r>
        </a:p>
      </dgm:t>
    </dgm:pt>
    <dgm:pt modelId="{2DBC4016-90C9-4A96-8ED6-8F476E11459D}" type="parTrans" cxnId="{E0E8B001-F4FD-42FF-9989-AC28FE7AA57E}">
      <dgm:prSet/>
      <dgm:spPr/>
      <dgm:t>
        <a:bodyPr/>
        <a:lstStyle/>
        <a:p>
          <a:endParaRPr lang="en-US"/>
        </a:p>
      </dgm:t>
    </dgm:pt>
    <dgm:pt modelId="{2996665C-0AB7-4408-BD1C-3449FA67EA77}" type="sibTrans" cxnId="{E0E8B001-F4FD-42FF-9989-AC28FE7AA57E}">
      <dgm:prSet/>
      <dgm:spPr/>
      <dgm:t>
        <a:bodyPr/>
        <a:lstStyle/>
        <a:p>
          <a:endParaRPr lang="en-US"/>
        </a:p>
      </dgm:t>
    </dgm:pt>
    <dgm:pt modelId="{7F3A8FB4-94AC-4536-959B-1C34762D53D6}">
      <dgm:prSet/>
      <dgm:spPr/>
      <dgm:t>
        <a:bodyPr/>
        <a:lstStyle/>
        <a:p>
          <a:r>
            <a:rPr lang="en-US"/>
            <a:t>Automation improves efficiency</a:t>
          </a:r>
        </a:p>
      </dgm:t>
    </dgm:pt>
    <dgm:pt modelId="{BBE0FB0B-B93C-4F1D-AFFD-65966BC50281}" type="parTrans" cxnId="{1C782C8F-60CF-4BCD-A875-B5C7ACF22F9F}">
      <dgm:prSet/>
      <dgm:spPr/>
      <dgm:t>
        <a:bodyPr/>
        <a:lstStyle/>
        <a:p>
          <a:endParaRPr lang="en-US"/>
        </a:p>
      </dgm:t>
    </dgm:pt>
    <dgm:pt modelId="{F17C9F43-AB69-4B62-B811-FB7804FC6424}" type="sibTrans" cxnId="{1C782C8F-60CF-4BCD-A875-B5C7ACF22F9F}">
      <dgm:prSet/>
      <dgm:spPr/>
      <dgm:t>
        <a:bodyPr/>
        <a:lstStyle/>
        <a:p>
          <a:endParaRPr lang="en-US"/>
        </a:p>
      </dgm:t>
    </dgm:pt>
    <dgm:pt modelId="{67864686-3B1C-4F4C-9F59-B874BB0B86E7}">
      <dgm:prSet/>
      <dgm:spPr/>
      <dgm:t>
        <a:bodyPr/>
        <a:lstStyle/>
        <a:p>
          <a:r>
            <a:rPr lang="en-US"/>
            <a:t>Transparent workflows strengthen research</a:t>
          </a:r>
        </a:p>
      </dgm:t>
    </dgm:pt>
    <dgm:pt modelId="{176F6CD2-CB91-419B-866B-891803F08BC0}" type="parTrans" cxnId="{39C86AD0-6A84-473D-98EA-03A73A5A40B9}">
      <dgm:prSet/>
      <dgm:spPr/>
      <dgm:t>
        <a:bodyPr/>
        <a:lstStyle/>
        <a:p>
          <a:endParaRPr lang="en-US"/>
        </a:p>
      </dgm:t>
    </dgm:pt>
    <dgm:pt modelId="{A9318561-6EFC-41C3-97E5-963681304A58}" type="sibTrans" cxnId="{39C86AD0-6A84-473D-98EA-03A73A5A40B9}">
      <dgm:prSet/>
      <dgm:spPr/>
      <dgm:t>
        <a:bodyPr/>
        <a:lstStyle/>
        <a:p>
          <a:endParaRPr lang="en-US"/>
        </a:p>
      </dgm:t>
    </dgm:pt>
    <dgm:pt modelId="{E1750B80-8241-465D-B9F2-89D0CB88C2C8}" type="pres">
      <dgm:prSet presAssocID="{F29DCC6D-8B88-420B-BA48-DEEE0A7D4B8C}" presName="root" presStyleCnt="0">
        <dgm:presLayoutVars>
          <dgm:dir/>
          <dgm:resizeHandles val="exact"/>
        </dgm:presLayoutVars>
      </dgm:prSet>
      <dgm:spPr/>
    </dgm:pt>
    <dgm:pt modelId="{8D92CCCD-B5B9-4555-9272-49405A611E7C}" type="pres">
      <dgm:prSet presAssocID="{8C526F9D-DAFD-4968-9286-709D1064D409}" presName="compNode" presStyleCnt="0"/>
      <dgm:spPr/>
    </dgm:pt>
    <dgm:pt modelId="{7A9E77BA-7C49-45E6-9CF4-B9FFB6C59CC3}" type="pres">
      <dgm:prSet presAssocID="{8C526F9D-DAFD-4968-9286-709D1064D40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5BC487AF-1C58-4495-B9FB-E217E713B113}" type="pres">
      <dgm:prSet presAssocID="{8C526F9D-DAFD-4968-9286-709D1064D409}" presName="spaceRect" presStyleCnt="0"/>
      <dgm:spPr/>
    </dgm:pt>
    <dgm:pt modelId="{C5837662-7619-4506-A190-30476186BC11}" type="pres">
      <dgm:prSet presAssocID="{8C526F9D-DAFD-4968-9286-709D1064D409}" presName="textRect" presStyleLbl="revTx" presStyleIdx="0" presStyleCnt="4">
        <dgm:presLayoutVars>
          <dgm:chMax val="1"/>
          <dgm:chPref val="1"/>
        </dgm:presLayoutVars>
      </dgm:prSet>
      <dgm:spPr/>
    </dgm:pt>
    <dgm:pt modelId="{BA376EB5-215E-409B-AB7F-30B34E5EC4E4}" type="pres">
      <dgm:prSet presAssocID="{0D9EA022-3650-4997-9D51-14E021C78158}" presName="sibTrans" presStyleCnt="0"/>
      <dgm:spPr/>
    </dgm:pt>
    <dgm:pt modelId="{16643A7E-91A6-4CE2-B74B-7DE9FE4E3D18}" type="pres">
      <dgm:prSet presAssocID="{D0F36DE5-FC9D-41E6-A1B6-E05A0DB56A13}" presName="compNode" presStyleCnt="0"/>
      <dgm:spPr/>
    </dgm:pt>
    <dgm:pt modelId="{4A26257F-CF94-48A5-9683-CE91FF666C27}" type="pres">
      <dgm:prSet presAssocID="{D0F36DE5-FC9D-41E6-A1B6-E05A0DB56A1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2C080D4B-AFFA-4E27-95C4-3314D557BA2F}" type="pres">
      <dgm:prSet presAssocID="{D0F36DE5-FC9D-41E6-A1B6-E05A0DB56A13}" presName="spaceRect" presStyleCnt="0"/>
      <dgm:spPr/>
    </dgm:pt>
    <dgm:pt modelId="{0E97DB96-AC69-4E05-A42F-418B4602D620}" type="pres">
      <dgm:prSet presAssocID="{D0F36DE5-FC9D-41E6-A1B6-E05A0DB56A13}" presName="textRect" presStyleLbl="revTx" presStyleIdx="1" presStyleCnt="4">
        <dgm:presLayoutVars>
          <dgm:chMax val="1"/>
          <dgm:chPref val="1"/>
        </dgm:presLayoutVars>
      </dgm:prSet>
      <dgm:spPr/>
    </dgm:pt>
    <dgm:pt modelId="{13185BDC-624A-47B5-B53B-8F15083F8BC1}" type="pres">
      <dgm:prSet presAssocID="{2996665C-0AB7-4408-BD1C-3449FA67EA77}" presName="sibTrans" presStyleCnt="0"/>
      <dgm:spPr/>
    </dgm:pt>
    <dgm:pt modelId="{4F8F76DB-7505-4246-8E63-9A03A6A3D2B2}" type="pres">
      <dgm:prSet presAssocID="{7F3A8FB4-94AC-4536-959B-1C34762D53D6}" presName="compNode" presStyleCnt="0"/>
      <dgm:spPr/>
    </dgm:pt>
    <dgm:pt modelId="{2566BFD7-1F72-4791-B150-B3DC88718BD8}" type="pres">
      <dgm:prSet presAssocID="{7F3A8FB4-94AC-4536-959B-1C34762D53D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8199FFB-61BF-4531-958D-CF59439FC0EC}" type="pres">
      <dgm:prSet presAssocID="{7F3A8FB4-94AC-4536-959B-1C34762D53D6}" presName="spaceRect" presStyleCnt="0"/>
      <dgm:spPr/>
    </dgm:pt>
    <dgm:pt modelId="{E07FAA96-AF74-4B81-BA45-A37F5B38079A}" type="pres">
      <dgm:prSet presAssocID="{7F3A8FB4-94AC-4536-959B-1C34762D53D6}" presName="textRect" presStyleLbl="revTx" presStyleIdx="2" presStyleCnt="4">
        <dgm:presLayoutVars>
          <dgm:chMax val="1"/>
          <dgm:chPref val="1"/>
        </dgm:presLayoutVars>
      </dgm:prSet>
      <dgm:spPr/>
    </dgm:pt>
    <dgm:pt modelId="{9FA2DD83-325E-45B9-B11D-3278D7354CC3}" type="pres">
      <dgm:prSet presAssocID="{F17C9F43-AB69-4B62-B811-FB7804FC6424}" presName="sibTrans" presStyleCnt="0"/>
      <dgm:spPr/>
    </dgm:pt>
    <dgm:pt modelId="{F0BA6ACE-FE87-4FE7-B027-1CEBBD5B125A}" type="pres">
      <dgm:prSet presAssocID="{67864686-3B1C-4F4C-9F59-B874BB0B86E7}" presName="compNode" presStyleCnt="0"/>
      <dgm:spPr/>
    </dgm:pt>
    <dgm:pt modelId="{A5BC6658-D9C6-43E1-BC4B-3DD4903754CC}" type="pres">
      <dgm:prSet presAssocID="{67864686-3B1C-4F4C-9F59-B874BB0B86E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8CB5DF1-5BEC-4390-BC8B-4C6B1A1954A1}" type="pres">
      <dgm:prSet presAssocID="{67864686-3B1C-4F4C-9F59-B874BB0B86E7}" presName="spaceRect" presStyleCnt="0"/>
      <dgm:spPr/>
    </dgm:pt>
    <dgm:pt modelId="{10699DAC-6F63-432F-A532-94AECFDCB462}" type="pres">
      <dgm:prSet presAssocID="{67864686-3B1C-4F4C-9F59-B874BB0B86E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0E8B001-F4FD-42FF-9989-AC28FE7AA57E}" srcId="{F29DCC6D-8B88-420B-BA48-DEEE0A7D4B8C}" destId="{D0F36DE5-FC9D-41E6-A1B6-E05A0DB56A13}" srcOrd="1" destOrd="0" parTransId="{2DBC4016-90C9-4A96-8ED6-8F476E11459D}" sibTransId="{2996665C-0AB7-4408-BD1C-3449FA67EA77}"/>
    <dgm:cxn modelId="{DA4E6642-1214-4B94-A76A-0B8C836142BF}" type="presOf" srcId="{8C526F9D-DAFD-4968-9286-709D1064D409}" destId="{C5837662-7619-4506-A190-30476186BC11}" srcOrd="0" destOrd="0" presId="urn:microsoft.com/office/officeart/2018/2/layout/IconLabelList"/>
    <dgm:cxn modelId="{DA361147-9682-4812-B129-570F1B2F3D28}" type="presOf" srcId="{F29DCC6D-8B88-420B-BA48-DEEE0A7D4B8C}" destId="{E1750B80-8241-465D-B9F2-89D0CB88C2C8}" srcOrd="0" destOrd="0" presId="urn:microsoft.com/office/officeart/2018/2/layout/IconLabelList"/>
    <dgm:cxn modelId="{EBF1404F-DD47-4448-B696-5DE9EF0C93E3}" type="presOf" srcId="{67864686-3B1C-4F4C-9F59-B874BB0B86E7}" destId="{10699DAC-6F63-432F-A532-94AECFDCB462}" srcOrd="0" destOrd="0" presId="urn:microsoft.com/office/officeart/2018/2/layout/IconLabelList"/>
    <dgm:cxn modelId="{1C743C5F-BC53-4CF0-9C0B-CF5446A4A723}" srcId="{F29DCC6D-8B88-420B-BA48-DEEE0A7D4B8C}" destId="{8C526F9D-DAFD-4968-9286-709D1064D409}" srcOrd="0" destOrd="0" parTransId="{F610FC39-61B2-475D-8909-12FDF8E3C4D1}" sibTransId="{0D9EA022-3650-4997-9D51-14E021C78158}"/>
    <dgm:cxn modelId="{1C782C8F-60CF-4BCD-A875-B5C7ACF22F9F}" srcId="{F29DCC6D-8B88-420B-BA48-DEEE0A7D4B8C}" destId="{7F3A8FB4-94AC-4536-959B-1C34762D53D6}" srcOrd="2" destOrd="0" parTransId="{BBE0FB0B-B93C-4F1D-AFFD-65966BC50281}" sibTransId="{F17C9F43-AB69-4B62-B811-FB7804FC6424}"/>
    <dgm:cxn modelId="{D27740A2-074C-4AF1-B9A8-1248F56C2C34}" type="presOf" srcId="{D0F36DE5-FC9D-41E6-A1B6-E05A0DB56A13}" destId="{0E97DB96-AC69-4E05-A42F-418B4602D620}" srcOrd="0" destOrd="0" presId="urn:microsoft.com/office/officeart/2018/2/layout/IconLabelList"/>
    <dgm:cxn modelId="{0CB609C2-2F67-4E7B-AD19-06E862DF0CC2}" type="presOf" srcId="{7F3A8FB4-94AC-4536-959B-1C34762D53D6}" destId="{E07FAA96-AF74-4B81-BA45-A37F5B38079A}" srcOrd="0" destOrd="0" presId="urn:microsoft.com/office/officeart/2018/2/layout/IconLabelList"/>
    <dgm:cxn modelId="{39C86AD0-6A84-473D-98EA-03A73A5A40B9}" srcId="{F29DCC6D-8B88-420B-BA48-DEEE0A7D4B8C}" destId="{67864686-3B1C-4F4C-9F59-B874BB0B86E7}" srcOrd="3" destOrd="0" parTransId="{176F6CD2-CB91-419B-866B-891803F08BC0}" sibTransId="{A9318561-6EFC-41C3-97E5-963681304A58}"/>
    <dgm:cxn modelId="{7C6C3BA8-8E0B-4E2E-B2AA-31233FFF8837}" type="presParOf" srcId="{E1750B80-8241-465D-B9F2-89D0CB88C2C8}" destId="{8D92CCCD-B5B9-4555-9272-49405A611E7C}" srcOrd="0" destOrd="0" presId="urn:microsoft.com/office/officeart/2018/2/layout/IconLabelList"/>
    <dgm:cxn modelId="{3F075787-C3C8-4549-90D1-0ED063E418E7}" type="presParOf" srcId="{8D92CCCD-B5B9-4555-9272-49405A611E7C}" destId="{7A9E77BA-7C49-45E6-9CF4-B9FFB6C59CC3}" srcOrd="0" destOrd="0" presId="urn:microsoft.com/office/officeart/2018/2/layout/IconLabelList"/>
    <dgm:cxn modelId="{6932719C-F367-475C-9076-E93C15B21B00}" type="presParOf" srcId="{8D92CCCD-B5B9-4555-9272-49405A611E7C}" destId="{5BC487AF-1C58-4495-B9FB-E217E713B113}" srcOrd="1" destOrd="0" presId="urn:microsoft.com/office/officeart/2018/2/layout/IconLabelList"/>
    <dgm:cxn modelId="{87D11B32-F879-46FF-9596-EAB29195D9CB}" type="presParOf" srcId="{8D92CCCD-B5B9-4555-9272-49405A611E7C}" destId="{C5837662-7619-4506-A190-30476186BC11}" srcOrd="2" destOrd="0" presId="urn:microsoft.com/office/officeart/2018/2/layout/IconLabelList"/>
    <dgm:cxn modelId="{6BFE3E9C-8B38-4F15-929F-A001197EDCF7}" type="presParOf" srcId="{E1750B80-8241-465D-B9F2-89D0CB88C2C8}" destId="{BA376EB5-215E-409B-AB7F-30B34E5EC4E4}" srcOrd="1" destOrd="0" presId="urn:microsoft.com/office/officeart/2018/2/layout/IconLabelList"/>
    <dgm:cxn modelId="{7FE3B014-760D-4B38-81B6-4602AB03178D}" type="presParOf" srcId="{E1750B80-8241-465D-B9F2-89D0CB88C2C8}" destId="{16643A7E-91A6-4CE2-B74B-7DE9FE4E3D18}" srcOrd="2" destOrd="0" presId="urn:microsoft.com/office/officeart/2018/2/layout/IconLabelList"/>
    <dgm:cxn modelId="{6BDAD26C-FDC6-4F59-90D0-D45705E6DD0F}" type="presParOf" srcId="{16643A7E-91A6-4CE2-B74B-7DE9FE4E3D18}" destId="{4A26257F-CF94-48A5-9683-CE91FF666C27}" srcOrd="0" destOrd="0" presId="urn:microsoft.com/office/officeart/2018/2/layout/IconLabelList"/>
    <dgm:cxn modelId="{9E75095B-D917-438C-9C74-91B9090CA825}" type="presParOf" srcId="{16643A7E-91A6-4CE2-B74B-7DE9FE4E3D18}" destId="{2C080D4B-AFFA-4E27-95C4-3314D557BA2F}" srcOrd="1" destOrd="0" presId="urn:microsoft.com/office/officeart/2018/2/layout/IconLabelList"/>
    <dgm:cxn modelId="{7245217B-43C0-40FD-B81B-66812887D795}" type="presParOf" srcId="{16643A7E-91A6-4CE2-B74B-7DE9FE4E3D18}" destId="{0E97DB96-AC69-4E05-A42F-418B4602D620}" srcOrd="2" destOrd="0" presId="urn:microsoft.com/office/officeart/2018/2/layout/IconLabelList"/>
    <dgm:cxn modelId="{97137244-7BE0-4AEC-8625-979D78BA15D5}" type="presParOf" srcId="{E1750B80-8241-465D-B9F2-89D0CB88C2C8}" destId="{13185BDC-624A-47B5-B53B-8F15083F8BC1}" srcOrd="3" destOrd="0" presId="urn:microsoft.com/office/officeart/2018/2/layout/IconLabelList"/>
    <dgm:cxn modelId="{004E90E5-4EF4-4CB9-AE0A-8EEF210DECEF}" type="presParOf" srcId="{E1750B80-8241-465D-B9F2-89D0CB88C2C8}" destId="{4F8F76DB-7505-4246-8E63-9A03A6A3D2B2}" srcOrd="4" destOrd="0" presId="urn:microsoft.com/office/officeart/2018/2/layout/IconLabelList"/>
    <dgm:cxn modelId="{7BB2B978-A8F5-4B56-A8F1-AF252A66C4BE}" type="presParOf" srcId="{4F8F76DB-7505-4246-8E63-9A03A6A3D2B2}" destId="{2566BFD7-1F72-4791-B150-B3DC88718BD8}" srcOrd="0" destOrd="0" presId="urn:microsoft.com/office/officeart/2018/2/layout/IconLabelList"/>
    <dgm:cxn modelId="{6CC6454D-E78F-4E2F-B67A-511BFDFF2FB5}" type="presParOf" srcId="{4F8F76DB-7505-4246-8E63-9A03A6A3D2B2}" destId="{18199FFB-61BF-4531-958D-CF59439FC0EC}" srcOrd="1" destOrd="0" presId="urn:microsoft.com/office/officeart/2018/2/layout/IconLabelList"/>
    <dgm:cxn modelId="{A5022613-F662-4953-B56E-374DA0A8484D}" type="presParOf" srcId="{4F8F76DB-7505-4246-8E63-9A03A6A3D2B2}" destId="{E07FAA96-AF74-4B81-BA45-A37F5B38079A}" srcOrd="2" destOrd="0" presId="urn:microsoft.com/office/officeart/2018/2/layout/IconLabelList"/>
    <dgm:cxn modelId="{40F8F09E-D51C-48BB-95F7-9E75635D6D3A}" type="presParOf" srcId="{E1750B80-8241-465D-B9F2-89D0CB88C2C8}" destId="{9FA2DD83-325E-45B9-B11D-3278D7354CC3}" srcOrd="5" destOrd="0" presId="urn:microsoft.com/office/officeart/2018/2/layout/IconLabelList"/>
    <dgm:cxn modelId="{FC3328ED-C2EE-4F72-ABF7-D0CD9382E3C7}" type="presParOf" srcId="{E1750B80-8241-465D-B9F2-89D0CB88C2C8}" destId="{F0BA6ACE-FE87-4FE7-B027-1CEBBD5B125A}" srcOrd="6" destOrd="0" presId="urn:microsoft.com/office/officeart/2018/2/layout/IconLabelList"/>
    <dgm:cxn modelId="{3E37ED17-B71D-43CB-97CE-5884FAC6184B}" type="presParOf" srcId="{F0BA6ACE-FE87-4FE7-B027-1CEBBD5B125A}" destId="{A5BC6658-D9C6-43E1-BC4B-3DD4903754CC}" srcOrd="0" destOrd="0" presId="urn:microsoft.com/office/officeart/2018/2/layout/IconLabelList"/>
    <dgm:cxn modelId="{AB5462FD-AA9A-4E2B-B83E-C3367ECF343D}" type="presParOf" srcId="{F0BA6ACE-FE87-4FE7-B027-1CEBBD5B125A}" destId="{68CB5DF1-5BEC-4390-BC8B-4C6B1A1954A1}" srcOrd="1" destOrd="0" presId="urn:microsoft.com/office/officeart/2018/2/layout/IconLabelList"/>
    <dgm:cxn modelId="{CF938D4D-81FF-4840-884A-0D2D4CF1334D}" type="presParOf" srcId="{F0BA6ACE-FE87-4FE7-B027-1CEBBD5B125A}" destId="{10699DAC-6F63-432F-A532-94AECFDCB46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7E2FA12-61B3-4D26-941F-368873E1058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C5427F0-485D-4643-97B3-7DBC15A59CB1}">
      <dgm:prSet/>
      <dgm:spPr/>
      <dgm:t>
        <a:bodyPr/>
        <a:lstStyle/>
        <a:p>
          <a:pPr>
            <a:defRPr cap="all"/>
          </a:pPr>
          <a:r>
            <a:rPr lang="en-US" dirty="0"/>
            <a:t>Contact information</a:t>
          </a:r>
        </a:p>
      </dgm:t>
    </dgm:pt>
    <dgm:pt modelId="{6594E4BA-1609-4B36-84AA-3412535AEB86}" type="parTrans" cxnId="{D8DA8D25-8988-491A-95BA-4B8F5CC9AC5B}">
      <dgm:prSet/>
      <dgm:spPr/>
      <dgm:t>
        <a:bodyPr/>
        <a:lstStyle/>
        <a:p>
          <a:endParaRPr lang="en-US"/>
        </a:p>
      </dgm:t>
    </dgm:pt>
    <dgm:pt modelId="{C5F2F665-AD5F-4A3F-A5EC-6E8AF3ABFDEE}" type="sibTrans" cxnId="{D8DA8D25-8988-491A-95BA-4B8F5CC9AC5B}">
      <dgm:prSet/>
      <dgm:spPr/>
      <dgm:t>
        <a:bodyPr/>
        <a:lstStyle/>
        <a:p>
          <a:endParaRPr lang="en-US"/>
        </a:p>
      </dgm:t>
    </dgm:pt>
    <dgm:pt modelId="{DDD02262-4C39-40DD-91FB-12B67610A108}">
      <dgm:prSet/>
      <dgm:spPr/>
      <dgm:t>
        <a:bodyPr/>
        <a:lstStyle/>
        <a:p>
          <a:pPr>
            <a:defRPr cap="all"/>
          </a:pPr>
          <a:r>
            <a:rPr lang="en-US" dirty="0"/>
            <a:t>Training materials provided</a:t>
          </a:r>
        </a:p>
      </dgm:t>
    </dgm:pt>
    <dgm:pt modelId="{5F0CCBE2-65DF-4F0B-915D-DEB6A0963B3A}" type="parTrans" cxnId="{D021419C-3DEA-40C3-AA2A-F49B84323D9C}">
      <dgm:prSet/>
      <dgm:spPr/>
      <dgm:t>
        <a:bodyPr/>
        <a:lstStyle/>
        <a:p>
          <a:endParaRPr lang="en-US"/>
        </a:p>
      </dgm:t>
    </dgm:pt>
    <dgm:pt modelId="{5118814C-E711-45FA-9771-8DCD8A78DE00}" type="sibTrans" cxnId="{D021419C-3DEA-40C3-AA2A-F49B84323D9C}">
      <dgm:prSet/>
      <dgm:spPr/>
      <dgm:t>
        <a:bodyPr/>
        <a:lstStyle/>
        <a:p>
          <a:endParaRPr lang="en-US"/>
        </a:p>
      </dgm:t>
    </dgm:pt>
    <dgm:pt modelId="{6A9EBB69-E4C6-4A6A-83B3-7CD76257BA1F}">
      <dgm:prSet/>
      <dgm:spPr/>
      <dgm:t>
        <a:bodyPr/>
        <a:lstStyle/>
        <a:p>
          <a:pPr>
            <a:defRPr cap="all"/>
          </a:pPr>
          <a:r>
            <a:rPr lang="en-US" dirty="0"/>
            <a:t>Further learning opportunities</a:t>
          </a:r>
        </a:p>
      </dgm:t>
    </dgm:pt>
    <dgm:pt modelId="{82ED2D92-9D82-45CA-ABA3-F1863B2DB1FB}" type="parTrans" cxnId="{79174B29-248D-4C76-80CE-AC0AFDD382E7}">
      <dgm:prSet/>
      <dgm:spPr/>
      <dgm:t>
        <a:bodyPr/>
        <a:lstStyle/>
        <a:p>
          <a:endParaRPr lang="en-US"/>
        </a:p>
      </dgm:t>
    </dgm:pt>
    <dgm:pt modelId="{BE8151D6-1DEF-4296-B38A-DCD3D5493281}" type="sibTrans" cxnId="{79174B29-248D-4C76-80CE-AC0AFDD382E7}">
      <dgm:prSet/>
      <dgm:spPr/>
      <dgm:t>
        <a:bodyPr/>
        <a:lstStyle/>
        <a:p>
          <a:endParaRPr lang="en-US"/>
        </a:p>
      </dgm:t>
    </dgm:pt>
    <dgm:pt modelId="{37D720B5-4B1C-4869-87FD-1AF944337AE0}" type="pres">
      <dgm:prSet presAssocID="{A7E2FA12-61B3-4D26-941F-368873E1058C}" presName="root" presStyleCnt="0">
        <dgm:presLayoutVars>
          <dgm:dir/>
          <dgm:resizeHandles val="exact"/>
        </dgm:presLayoutVars>
      </dgm:prSet>
      <dgm:spPr/>
    </dgm:pt>
    <dgm:pt modelId="{136652F9-EF46-4CA1-A8E5-27FD0A4D62AC}" type="pres">
      <dgm:prSet presAssocID="{2C5427F0-485D-4643-97B3-7DBC15A59CB1}" presName="compNode" presStyleCnt="0"/>
      <dgm:spPr/>
    </dgm:pt>
    <dgm:pt modelId="{00CF10B6-DD14-488E-A957-C62C8D4E8F53}" type="pres">
      <dgm:prSet presAssocID="{2C5427F0-485D-4643-97B3-7DBC15A59CB1}" presName="iconBgRect" presStyleLbl="bgShp" presStyleIdx="0" presStyleCnt="3"/>
      <dgm:spPr/>
    </dgm:pt>
    <dgm:pt modelId="{50EA9259-244C-47FE-AB7B-981EA479D04A}" type="pres">
      <dgm:prSet presAssocID="{2C5427F0-485D-4643-97B3-7DBC15A59CB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FDA1125B-6BCA-42B3-8840-9107FD0EFF9C}" type="pres">
      <dgm:prSet presAssocID="{2C5427F0-485D-4643-97B3-7DBC15A59CB1}" presName="spaceRect" presStyleCnt="0"/>
      <dgm:spPr/>
    </dgm:pt>
    <dgm:pt modelId="{9FCB6737-01B9-47BB-8847-1098920B9EEE}" type="pres">
      <dgm:prSet presAssocID="{2C5427F0-485D-4643-97B3-7DBC15A59CB1}" presName="textRect" presStyleLbl="revTx" presStyleIdx="0" presStyleCnt="3">
        <dgm:presLayoutVars>
          <dgm:chMax val="1"/>
          <dgm:chPref val="1"/>
        </dgm:presLayoutVars>
      </dgm:prSet>
      <dgm:spPr/>
    </dgm:pt>
    <dgm:pt modelId="{F85D7AA9-7CEC-4BCB-AC3A-5C14E826E3AB}" type="pres">
      <dgm:prSet presAssocID="{C5F2F665-AD5F-4A3F-A5EC-6E8AF3ABFDEE}" presName="sibTrans" presStyleCnt="0"/>
      <dgm:spPr/>
    </dgm:pt>
    <dgm:pt modelId="{5A7399DB-5257-44C4-868D-768E7554780A}" type="pres">
      <dgm:prSet presAssocID="{DDD02262-4C39-40DD-91FB-12B67610A108}" presName="compNode" presStyleCnt="0"/>
      <dgm:spPr/>
    </dgm:pt>
    <dgm:pt modelId="{392446A5-7915-4E77-9054-34A9483052F7}" type="pres">
      <dgm:prSet presAssocID="{DDD02262-4C39-40DD-91FB-12B67610A108}" presName="iconBgRect" presStyleLbl="bgShp" presStyleIdx="1" presStyleCnt="3"/>
      <dgm:spPr/>
    </dgm:pt>
    <dgm:pt modelId="{7B566F7F-EE11-40AB-8FA8-9A53665AC640}" type="pres">
      <dgm:prSet presAssocID="{DDD02262-4C39-40DD-91FB-12B67610A10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724DB8E1-04FF-4ED4-B896-9A1688126606}" type="pres">
      <dgm:prSet presAssocID="{DDD02262-4C39-40DD-91FB-12B67610A108}" presName="spaceRect" presStyleCnt="0"/>
      <dgm:spPr/>
    </dgm:pt>
    <dgm:pt modelId="{CE01941D-EA78-49B2-BD1C-EE5475F1769B}" type="pres">
      <dgm:prSet presAssocID="{DDD02262-4C39-40DD-91FB-12B67610A108}" presName="textRect" presStyleLbl="revTx" presStyleIdx="1" presStyleCnt="3">
        <dgm:presLayoutVars>
          <dgm:chMax val="1"/>
          <dgm:chPref val="1"/>
        </dgm:presLayoutVars>
      </dgm:prSet>
      <dgm:spPr/>
    </dgm:pt>
    <dgm:pt modelId="{9D6BEA99-ECCE-4C95-B94E-3F11DD05D506}" type="pres">
      <dgm:prSet presAssocID="{5118814C-E711-45FA-9771-8DCD8A78DE00}" presName="sibTrans" presStyleCnt="0"/>
      <dgm:spPr/>
    </dgm:pt>
    <dgm:pt modelId="{3F29D00F-A6C8-4461-A62D-E7B9E785F2AA}" type="pres">
      <dgm:prSet presAssocID="{6A9EBB69-E4C6-4A6A-83B3-7CD76257BA1F}" presName="compNode" presStyleCnt="0"/>
      <dgm:spPr/>
    </dgm:pt>
    <dgm:pt modelId="{ED614F89-26D4-451C-9E05-E846E346BA1F}" type="pres">
      <dgm:prSet presAssocID="{6A9EBB69-E4C6-4A6A-83B3-7CD76257BA1F}" presName="iconBgRect" presStyleLbl="bgShp" presStyleIdx="2" presStyleCnt="3"/>
      <dgm:spPr/>
    </dgm:pt>
    <dgm:pt modelId="{9B5F90B6-0EBE-40F5-98CA-12A01E2A9B29}" type="pres">
      <dgm:prSet presAssocID="{6A9EBB69-E4C6-4A6A-83B3-7CD76257BA1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3BB9FEC-789C-438F-AA20-EB46BA72B990}" type="pres">
      <dgm:prSet presAssocID="{6A9EBB69-E4C6-4A6A-83B3-7CD76257BA1F}" presName="spaceRect" presStyleCnt="0"/>
      <dgm:spPr/>
    </dgm:pt>
    <dgm:pt modelId="{6C78B4E8-4524-4CA1-ACDB-D8AB90C47C36}" type="pres">
      <dgm:prSet presAssocID="{6A9EBB69-E4C6-4A6A-83B3-7CD76257BA1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78DF21D-376F-4ADF-94AA-793D1989F011}" type="presOf" srcId="{6A9EBB69-E4C6-4A6A-83B3-7CD76257BA1F}" destId="{6C78B4E8-4524-4CA1-ACDB-D8AB90C47C36}" srcOrd="0" destOrd="0" presId="urn:microsoft.com/office/officeart/2018/5/layout/IconCircleLabelList"/>
    <dgm:cxn modelId="{D8DA8D25-8988-491A-95BA-4B8F5CC9AC5B}" srcId="{A7E2FA12-61B3-4D26-941F-368873E1058C}" destId="{2C5427F0-485D-4643-97B3-7DBC15A59CB1}" srcOrd="0" destOrd="0" parTransId="{6594E4BA-1609-4B36-84AA-3412535AEB86}" sibTransId="{C5F2F665-AD5F-4A3F-A5EC-6E8AF3ABFDEE}"/>
    <dgm:cxn modelId="{79174B29-248D-4C76-80CE-AC0AFDD382E7}" srcId="{A7E2FA12-61B3-4D26-941F-368873E1058C}" destId="{6A9EBB69-E4C6-4A6A-83B3-7CD76257BA1F}" srcOrd="2" destOrd="0" parTransId="{82ED2D92-9D82-45CA-ABA3-F1863B2DB1FB}" sibTransId="{BE8151D6-1DEF-4296-B38A-DCD3D5493281}"/>
    <dgm:cxn modelId="{4E73D460-FE7F-441D-BA29-A17596A357CA}" type="presOf" srcId="{A7E2FA12-61B3-4D26-941F-368873E1058C}" destId="{37D720B5-4B1C-4869-87FD-1AF944337AE0}" srcOrd="0" destOrd="0" presId="urn:microsoft.com/office/officeart/2018/5/layout/IconCircleLabelList"/>
    <dgm:cxn modelId="{733A9990-8BFA-4657-AFFD-71F0CAB7F5EF}" type="presOf" srcId="{DDD02262-4C39-40DD-91FB-12B67610A108}" destId="{CE01941D-EA78-49B2-BD1C-EE5475F1769B}" srcOrd="0" destOrd="0" presId="urn:microsoft.com/office/officeart/2018/5/layout/IconCircleLabelList"/>
    <dgm:cxn modelId="{D021419C-3DEA-40C3-AA2A-F49B84323D9C}" srcId="{A7E2FA12-61B3-4D26-941F-368873E1058C}" destId="{DDD02262-4C39-40DD-91FB-12B67610A108}" srcOrd="1" destOrd="0" parTransId="{5F0CCBE2-65DF-4F0B-915D-DEB6A0963B3A}" sibTransId="{5118814C-E711-45FA-9771-8DCD8A78DE00}"/>
    <dgm:cxn modelId="{7FF70CBF-8D59-4CDE-B536-7FF49D009327}" type="presOf" srcId="{2C5427F0-485D-4643-97B3-7DBC15A59CB1}" destId="{9FCB6737-01B9-47BB-8847-1098920B9EEE}" srcOrd="0" destOrd="0" presId="urn:microsoft.com/office/officeart/2018/5/layout/IconCircleLabelList"/>
    <dgm:cxn modelId="{C56F7497-4889-46C4-A9B0-014B6E3F0C7A}" type="presParOf" srcId="{37D720B5-4B1C-4869-87FD-1AF944337AE0}" destId="{136652F9-EF46-4CA1-A8E5-27FD0A4D62AC}" srcOrd="0" destOrd="0" presId="urn:microsoft.com/office/officeart/2018/5/layout/IconCircleLabelList"/>
    <dgm:cxn modelId="{B6418059-31AF-408D-800C-08092AAF6C9D}" type="presParOf" srcId="{136652F9-EF46-4CA1-A8E5-27FD0A4D62AC}" destId="{00CF10B6-DD14-488E-A957-C62C8D4E8F53}" srcOrd="0" destOrd="0" presId="urn:microsoft.com/office/officeart/2018/5/layout/IconCircleLabelList"/>
    <dgm:cxn modelId="{1BFB6559-5356-4F4A-8269-221261A4B515}" type="presParOf" srcId="{136652F9-EF46-4CA1-A8E5-27FD0A4D62AC}" destId="{50EA9259-244C-47FE-AB7B-981EA479D04A}" srcOrd="1" destOrd="0" presId="urn:microsoft.com/office/officeart/2018/5/layout/IconCircleLabelList"/>
    <dgm:cxn modelId="{CB364EA4-F207-470B-9584-E9CC8FD02DAB}" type="presParOf" srcId="{136652F9-EF46-4CA1-A8E5-27FD0A4D62AC}" destId="{FDA1125B-6BCA-42B3-8840-9107FD0EFF9C}" srcOrd="2" destOrd="0" presId="urn:microsoft.com/office/officeart/2018/5/layout/IconCircleLabelList"/>
    <dgm:cxn modelId="{0606BFB9-3D84-43E9-914F-58599F41CD75}" type="presParOf" srcId="{136652F9-EF46-4CA1-A8E5-27FD0A4D62AC}" destId="{9FCB6737-01B9-47BB-8847-1098920B9EEE}" srcOrd="3" destOrd="0" presId="urn:microsoft.com/office/officeart/2018/5/layout/IconCircleLabelList"/>
    <dgm:cxn modelId="{6D18F486-90F0-4204-860B-516D1708960A}" type="presParOf" srcId="{37D720B5-4B1C-4869-87FD-1AF944337AE0}" destId="{F85D7AA9-7CEC-4BCB-AC3A-5C14E826E3AB}" srcOrd="1" destOrd="0" presId="urn:microsoft.com/office/officeart/2018/5/layout/IconCircleLabelList"/>
    <dgm:cxn modelId="{84D89649-9864-4419-BF09-61256A8A6BA6}" type="presParOf" srcId="{37D720B5-4B1C-4869-87FD-1AF944337AE0}" destId="{5A7399DB-5257-44C4-868D-768E7554780A}" srcOrd="2" destOrd="0" presId="urn:microsoft.com/office/officeart/2018/5/layout/IconCircleLabelList"/>
    <dgm:cxn modelId="{1E897622-7751-48ED-B6FF-81201BA4BC4D}" type="presParOf" srcId="{5A7399DB-5257-44C4-868D-768E7554780A}" destId="{392446A5-7915-4E77-9054-34A9483052F7}" srcOrd="0" destOrd="0" presId="urn:microsoft.com/office/officeart/2018/5/layout/IconCircleLabelList"/>
    <dgm:cxn modelId="{1B4763E3-D88C-4F72-922E-8F0B6C38FE8C}" type="presParOf" srcId="{5A7399DB-5257-44C4-868D-768E7554780A}" destId="{7B566F7F-EE11-40AB-8FA8-9A53665AC640}" srcOrd="1" destOrd="0" presId="urn:microsoft.com/office/officeart/2018/5/layout/IconCircleLabelList"/>
    <dgm:cxn modelId="{A4012D8B-0E69-4779-86B1-46D87C49263F}" type="presParOf" srcId="{5A7399DB-5257-44C4-868D-768E7554780A}" destId="{724DB8E1-04FF-4ED4-B896-9A1688126606}" srcOrd="2" destOrd="0" presId="urn:microsoft.com/office/officeart/2018/5/layout/IconCircleLabelList"/>
    <dgm:cxn modelId="{87D73026-0DF9-4B33-B35D-A68FBA647DF4}" type="presParOf" srcId="{5A7399DB-5257-44C4-868D-768E7554780A}" destId="{CE01941D-EA78-49B2-BD1C-EE5475F1769B}" srcOrd="3" destOrd="0" presId="urn:microsoft.com/office/officeart/2018/5/layout/IconCircleLabelList"/>
    <dgm:cxn modelId="{0148C168-A1C3-4FCB-B710-F784306342C9}" type="presParOf" srcId="{37D720B5-4B1C-4869-87FD-1AF944337AE0}" destId="{9D6BEA99-ECCE-4C95-B94E-3F11DD05D506}" srcOrd="3" destOrd="0" presId="urn:microsoft.com/office/officeart/2018/5/layout/IconCircleLabelList"/>
    <dgm:cxn modelId="{FC3B2C0B-E3A4-439D-A463-DA24510B498C}" type="presParOf" srcId="{37D720B5-4B1C-4869-87FD-1AF944337AE0}" destId="{3F29D00F-A6C8-4461-A62D-E7B9E785F2AA}" srcOrd="4" destOrd="0" presId="urn:microsoft.com/office/officeart/2018/5/layout/IconCircleLabelList"/>
    <dgm:cxn modelId="{3D052D5E-2365-4CF1-9C2F-E24DA0BAB8A9}" type="presParOf" srcId="{3F29D00F-A6C8-4461-A62D-E7B9E785F2AA}" destId="{ED614F89-26D4-451C-9E05-E846E346BA1F}" srcOrd="0" destOrd="0" presId="urn:microsoft.com/office/officeart/2018/5/layout/IconCircleLabelList"/>
    <dgm:cxn modelId="{A7379BB4-D51D-4259-998C-F1ABF3B6EEA6}" type="presParOf" srcId="{3F29D00F-A6C8-4461-A62D-E7B9E785F2AA}" destId="{9B5F90B6-0EBE-40F5-98CA-12A01E2A9B29}" srcOrd="1" destOrd="0" presId="urn:microsoft.com/office/officeart/2018/5/layout/IconCircleLabelList"/>
    <dgm:cxn modelId="{D0F9CF26-7CB7-447C-B7B4-C18B8BECD214}" type="presParOf" srcId="{3F29D00F-A6C8-4461-A62D-E7B9E785F2AA}" destId="{23BB9FEC-789C-438F-AA20-EB46BA72B990}" srcOrd="2" destOrd="0" presId="urn:microsoft.com/office/officeart/2018/5/layout/IconCircleLabelList"/>
    <dgm:cxn modelId="{EC0BA095-9D20-43E8-8604-D5762E4EDFDA}" type="presParOf" srcId="{3F29D00F-A6C8-4461-A62D-E7B9E785F2AA}" destId="{6C78B4E8-4524-4CA1-ACDB-D8AB90C47C3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8656AC-F76B-0948-9A32-CC0CA3715513}">
      <dsp:nvSpPr>
        <dsp:cNvPr id="0" name=""/>
        <dsp:cNvSpPr/>
      </dsp:nvSpPr>
      <dsp:spPr>
        <a:xfrm>
          <a:off x="0" y="3406931"/>
          <a:ext cx="2057400" cy="111823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42240" rIns="146322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Visualise</a:t>
          </a:r>
          <a:r>
            <a:rPr lang="en-US" sz="2000" kern="1200" dirty="0"/>
            <a:t> and report</a:t>
          </a:r>
        </a:p>
      </dsp:txBody>
      <dsp:txXfrm>
        <a:off x="0" y="3406931"/>
        <a:ext cx="2057400" cy="1118231"/>
      </dsp:txXfrm>
    </dsp:sp>
    <dsp:sp modelId="{56ACB224-CCD2-7D47-ACA9-AA648933E8CA}">
      <dsp:nvSpPr>
        <dsp:cNvPr id="0" name=""/>
        <dsp:cNvSpPr/>
      </dsp:nvSpPr>
      <dsp:spPr>
        <a:xfrm>
          <a:off x="2057400" y="3406931"/>
          <a:ext cx="6172199" cy="111823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Visualise</a:t>
          </a:r>
          <a:r>
            <a:rPr lang="en-US" sz="2000" kern="1200" dirty="0"/>
            <a:t> and report results reproducibly</a:t>
          </a:r>
        </a:p>
      </dsp:txBody>
      <dsp:txXfrm>
        <a:off x="2057400" y="3406931"/>
        <a:ext cx="6172199" cy="1118231"/>
      </dsp:txXfrm>
    </dsp:sp>
    <dsp:sp modelId="{B7E74D1C-6AD0-924A-942C-D00F396DD058}">
      <dsp:nvSpPr>
        <dsp:cNvPr id="0" name=""/>
        <dsp:cNvSpPr/>
      </dsp:nvSpPr>
      <dsp:spPr>
        <a:xfrm rot="10800000">
          <a:off x="0" y="1703865"/>
          <a:ext cx="2057400" cy="171983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42240" rIns="146322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Conduct</a:t>
          </a:r>
        </a:p>
      </dsp:txBody>
      <dsp:txXfrm rot="-10800000">
        <a:off x="0" y="1703865"/>
        <a:ext cx="2057400" cy="1117895"/>
      </dsp:txXfrm>
    </dsp:sp>
    <dsp:sp modelId="{E0B9DF28-9C31-F144-B98C-2A2449F68FB2}">
      <dsp:nvSpPr>
        <dsp:cNvPr id="0" name=""/>
        <dsp:cNvSpPr/>
      </dsp:nvSpPr>
      <dsp:spPr>
        <a:xfrm>
          <a:off x="2057400" y="1703865"/>
          <a:ext cx="6172199" cy="111789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Conduct basic meta‑analysis</a:t>
          </a:r>
        </a:p>
      </dsp:txBody>
      <dsp:txXfrm>
        <a:off x="2057400" y="1703865"/>
        <a:ext cx="6172199" cy="1117895"/>
      </dsp:txXfrm>
    </dsp:sp>
    <dsp:sp modelId="{15D10A67-F965-2E40-9C55-8A7C01120619}">
      <dsp:nvSpPr>
        <dsp:cNvPr id="0" name=""/>
        <dsp:cNvSpPr/>
      </dsp:nvSpPr>
      <dsp:spPr>
        <a:xfrm rot="10800000">
          <a:off x="0" y="799"/>
          <a:ext cx="2057400" cy="1719839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322" tIns="184912" rIns="14632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Screening Studies</a:t>
          </a:r>
        </a:p>
      </dsp:txBody>
      <dsp:txXfrm rot="-10800000">
        <a:off x="0" y="799"/>
        <a:ext cx="2057400" cy="1117895"/>
      </dsp:txXfrm>
    </dsp:sp>
    <dsp:sp modelId="{AB512A34-0154-7E47-B5CC-D1BD5B46B6D8}">
      <dsp:nvSpPr>
        <dsp:cNvPr id="0" name=""/>
        <dsp:cNvSpPr/>
      </dsp:nvSpPr>
      <dsp:spPr>
        <a:xfrm>
          <a:off x="2057400" y="799"/>
          <a:ext cx="6172199" cy="1117895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201" tIns="254000" rIns="125201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Include and Exclude</a:t>
          </a:r>
        </a:p>
      </dsp:txBody>
      <dsp:txXfrm>
        <a:off x="2057400" y="799"/>
        <a:ext cx="6172199" cy="11178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829E1C-BF5A-4A78-B1B8-757B6CB6E579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63BE0D-2604-41CF-89A3-B72D7CFC6AD7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E8B9FE-8872-484B-9A29-3B667511E750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Title screening</a:t>
          </a:r>
        </a:p>
      </dsp:txBody>
      <dsp:txXfrm>
        <a:off x="25435" y="2456402"/>
        <a:ext cx="1800000" cy="720000"/>
      </dsp:txXfrm>
    </dsp:sp>
    <dsp:sp modelId="{86123C96-4CF5-4DE1-966D-9CDEEBB373DA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1C04D3-4CF9-44BB-B4D7-8EFB5A35354C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AF7090-6119-484F-A1F5-C45FE420D55F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Abstract screening</a:t>
          </a:r>
        </a:p>
      </dsp:txBody>
      <dsp:txXfrm>
        <a:off x="2140435" y="2456402"/>
        <a:ext cx="1800000" cy="720000"/>
      </dsp:txXfrm>
    </dsp:sp>
    <dsp:sp modelId="{F4A5A81C-972D-4878-9AF5-BAF995F19B50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A9D781-B5DE-4E06-967F-937BE6B2A710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D6C6F0-175A-49E3-B99B-45AEB8A55704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Full‑text screening</a:t>
          </a:r>
        </a:p>
      </dsp:txBody>
      <dsp:txXfrm>
        <a:off x="4255435" y="2456402"/>
        <a:ext cx="1800000" cy="720000"/>
      </dsp:txXfrm>
    </dsp:sp>
    <dsp:sp modelId="{AD7C896E-7540-4C2C-9069-AFFA54F2A408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14E55-1300-4F32-9F5A-1BA9C9288F36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37C2E-21FC-42B8-BE3D-382F6DEEE4C0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Documenting inclusion decisions</a:t>
          </a:r>
        </a:p>
      </dsp:txBody>
      <dsp:txXfrm>
        <a:off x="6370435" y="245640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CF5BC4-A6EF-6D41-8152-33875E8690C2}">
      <dsp:nvSpPr>
        <dsp:cNvPr id="0" name=""/>
        <dsp:cNvSpPr/>
      </dsp:nvSpPr>
      <dsp:spPr>
        <a:xfrm>
          <a:off x="0" y="454356"/>
          <a:ext cx="4773168" cy="60479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8396FB74-1426-574F-9E4D-5F049A8A4143}">
      <dsp:nvSpPr>
        <dsp:cNvPr id="0" name=""/>
        <dsp:cNvSpPr/>
      </dsp:nvSpPr>
      <dsp:spPr>
        <a:xfrm>
          <a:off x="238658" y="100116"/>
          <a:ext cx="3341217" cy="70848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26290" tIns="0" rIns="12629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chemeClr val="bg1"/>
              </a:solidFill>
            </a:rPr>
            <a:t>revtools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273243" y="134701"/>
        <a:ext cx="3272047" cy="639310"/>
      </dsp:txXfrm>
    </dsp:sp>
    <dsp:sp modelId="{74E40758-3C74-0647-8297-CA9F937D30AD}">
      <dsp:nvSpPr>
        <dsp:cNvPr id="0" name=""/>
        <dsp:cNvSpPr/>
      </dsp:nvSpPr>
      <dsp:spPr>
        <a:xfrm>
          <a:off x="0" y="1542996"/>
          <a:ext cx="4773168" cy="604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8CB2BA-C83E-2A4E-9496-A56153DB2EA0}">
      <dsp:nvSpPr>
        <dsp:cNvPr id="0" name=""/>
        <dsp:cNvSpPr/>
      </dsp:nvSpPr>
      <dsp:spPr>
        <a:xfrm>
          <a:off x="238658" y="1188756"/>
          <a:ext cx="3341217" cy="70848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26290" tIns="0" rIns="12629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 err="1">
              <a:solidFill>
                <a:schemeClr val="bg1"/>
              </a:solidFill>
            </a:rPr>
            <a:t>synthesisr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273243" y="1223341"/>
        <a:ext cx="3272047" cy="639310"/>
      </dsp:txXfrm>
    </dsp:sp>
    <dsp:sp modelId="{52C81650-DB61-274E-9727-6F50DA39C824}">
      <dsp:nvSpPr>
        <dsp:cNvPr id="0" name=""/>
        <dsp:cNvSpPr/>
      </dsp:nvSpPr>
      <dsp:spPr>
        <a:xfrm>
          <a:off x="0" y="2631636"/>
          <a:ext cx="4773168" cy="604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593E22-5F69-4D45-A513-1750F206EF6D}">
      <dsp:nvSpPr>
        <dsp:cNvPr id="0" name=""/>
        <dsp:cNvSpPr/>
      </dsp:nvSpPr>
      <dsp:spPr>
        <a:xfrm>
          <a:off x="238658" y="2277396"/>
          <a:ext cx="3341217" cy="70848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26290" tIns="0" rIns="12629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chemeClr val="bg1"/>
              </a:solidFill>
            </a:rPr>
            <a:t>dplyr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273243" y="2311981"/>
        <a:ext cx="3272047" cy="639310"/>
      </dsp:txXfrm>
    </dsp:sp>
    <dsp:sp modelId="{4AB4D33B-97F5-3043-88BD-36647FFFFDBE}">
      <dsp:nvSpPr>
        <dsp:cNvPr id="0" name=""/>
        <dsp:cNvSpPr/>
      </dsp:nvSpPr>
      <dsp:spPr>
        <a:xfrm>
          <a:off x="0" y="3720276"/>
          <a:ext cx="4773168" cy="60479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888A9FD1-3B26-7B41-9DF5-F642758BFD86}">
      <dsp:nvSpPr>
        <dsp:cNvPr id="0" name=""/>
        <dsp:cNvSpPr/>
      </dsp:nvSpPr>
      <dsp:spPr>
        <a:xfrm>
          <a:off x="238658" y="3366036"/>
          <a:ext cx="3341217" cy="70848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26290" tIns="0" rIns="12629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solidFill>
                <a:schemeClr val="bg1"/>
              </a:solidFill>
            </a:rPr>
            <a:t>metafor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273243" y="3400621"/>
        <a:ext cx="3272047" cy="639310"/>
      </dsp:txXfrm>
    </dsp:sp>
    <dsp:sp modelId="{FD19AF59-2107-F347-9663-CDBAEDB1FE21}">
      <dsp:nvSpPr>
        <dsp:cNvPr id="0" name=""/>
        <dsp:cNvSpPr/>
      </dsp:nvSpPr>
      <dsp:spPr>
        <a:xfrm>
          <a:off x="0" y="4808915"/>
          <a:ext cx="4773168" cy="60479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4A5786F-3E6A-F545-92A2-F13381B6AA9A}">
      <dsp:nvSpPr>
        <dsp:cNvPr id="0" name=""/>
        <dsp:cNvSpPr/>
      </dsp:nvSpPr>
      <dsp:spPr>
        <a:xfrm>
          <a:off x="238658" y="4454675"/>
          <a:ext cx="3341217" cy="70848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126290" tIns="0" rIns="12629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solidFill>
                <a:schemeClr val="bg1"/>
              </a:solidFill>
            </a:rPr>
            <a:t>tidyverse</a:t>
          </a:r>
        </a:p>
      </dsp:txBody>
      <dsp:txXfrm>
        <a:off x="273243" y="4489260"/>
        <a:ext cx="3272047" cy="639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397B51-C760-4C7D-AA48-2CA045AAF293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B479F6-876A-4F83-B6A5-C3F7E20C09EC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9C3F8-A03C-4528-A5A0-D2439D9205E8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Use revtools screening tools</a:t>
          </a:r>
        </a:p>
      </dsp:txBody>
      <dsp:txXfrm>
        <a:off x="25435" y="2456402"/>
        <a:ext cx="1800000" cy="720000"/>
      </dsp:txXfrm>
    </dsp:sp>
    <dsp:sp modelId="{47137DB6-DA16-4867-BE81-8FDD4B719550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41C761-8204-47A7-9E7C-BECC47369A08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B44F1-95E6-4DBF-9DD7-39E67E481D78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Simple graphical interfaces</a:t>
          </a:r>
        </a:p>
      </dsp:txBody>
      <dsp:txXfrm>
        <a:off x="2140435" y="2456402"/>
        <a:ext cx="1800000" cy="720000"/>
      </dsp:txXfrm>
    </dsp:sp>
    <dsp:sp modelId="{D7306BEE-D4F2-49AE-ACFB-C09CBCB1D890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98617-A5E5-4A6D-919A-FFD07570FE93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855F6D-9E7A-432B-8425-E523FDE127EC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Quick decision making</a:t>
          </a:r>
        </a:p>
      </dsp:txBody>
      <dsp:txXfrm>
        <a:off x="4255435" y="2456402"/>
        <a:ext cx="1800000" cy="720000"/>
      </dsp:txXfrm>
    </dsp:sp>
    <dsp:sp modelId="{C3AF01B5-CBD6-4BE0-A45A-BB0882296E55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527977-C4EE-4BC1-8B23-64ACD4BEB3BC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F72EA7-1ED9-4028-89DD-754038DF83B3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Export screening results</a:t>
          </a:r>
        </a:p>
      </dsp:txBody>
      <dsp:txXfrm>
        <a:off x="6370435" y="24564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5BD64-CE36-471A-87B2-F7EF0292AE00}">
      <dsp:nvSpPr>
        <dsp:cNvPr id="0" name=""/>
        <dsp:cNvSpPr/>
      </dsp:nvSpPr>
      <dsp:spPr>
        <a:xfrm>
          <a:off x="18535" y="450978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ED8D32-82B1-4E4B-8CD4-1FCF6150D8FA}">
      <dsp:nvSpPr>
        <dsp:cNvPr id="0" name=""/>
        <dsp:cNvSpPr/>
      </dsp:nvSpPr>
      <dsp:spPr>
        <a:xfrm>
          <a:off x="245361" y="677804"/>
          <a:ext cx="626472" cy="6264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EF3DC3-90D8-4E30-A900-4AB34C230853}">
      <dsp:nvSpPr>
        <dsp:cNvPr id="0" name=""/>
        <dsp:cNvSpPr/>
      </dsp:nvSpPr>
      <dsp:spPr>
        <a:xfrm>
          <a:off x="1330115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Extract candidate keywords</a:t>
          </a:r>
        </a:p>
      </dsp:txBody>
      <dsp:txXfrm>
        <a:off x="1330115" y="450978"/>
        <a:ext cx="2546008" cy="1080124"/>
      </dsp:txXfrm>
    </dsp:sp>
    <dsp:sp modelId="{60690751-7F68-4B5E-9A36-D285E44F7188}">
      <dsp:nvSpPr>
        <dsp:cNvPr id="0" name=""/>
        <dsp:cNvSpPr/>
      </dsp:nvSpPr>
      <dsp:spPr>
        <a:xfrm>
          <a:off x="4319746" y="450978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138138-1120-4575-AAE4-1B3109F83D06}">
      <dsp:nvSpPr>
        <dsp:cNvPr id="0" name=""/>
        <dsp:cNvSpPr/>
      </dsp:nvSpPr>
      <dsp:spPr>
        <a:xfrm>
          <a:off x="4546573" y="677804"/>
          <a:ext cx="626472" cy="6264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36D9C1-96F8-4302-964F-77D95EE1CD8E}">
      <dsp:nvSpPr>
        <dsp:cNvPr id="0" name=""/>
        <dsp:cNvSpPr/>
      </dsp:nvSpPr>
      <dsp:spPr>
        <a:xfrm>
          <a:off x="5631327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Identify frequent terms</a:t>
          </a:r>
        </a:p>
      </dsp:txBody>
      <dsp:txXfrm>
        <a:off x="5631327" y="450978"/>
        <a:ext cx="2546008" cy="1080124"/>
      </dsp:txXfrm>
    </dsp:sp>
    <dsp:sp modelId="{68D7C763-7498-4390-90CF-FE6759398850}">
      <dsp:nvSpPr>
        <dsp:cNvPr id="0" name=""/>
        <dsp:cNvSpPr/>
      </dsp:nvSpPr>
      <dsp:spPr>
        <a:xfrm>
          <a:off x="18535" y="2158301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808313-E88E-4A40-B8B7-BDD03643E4F0}">
      <dsp:nvSpPr>
        <dsp:cNvPr id="0" name=""/>
        <dsp:cNvSpPr/>
      </dsp:nvSpPr>
      <dsp:spPr>
        <a:xfrm>
          <a:off x="245361" y="2385128"/>
          <a:ext cx="626472" cy="6264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CAEF1-647B-4DF2-B1D4-153191E4B3F6}">
      <dsp:nvSpPr>
        <dsp:cNvPr id="0" name=""/>
        <dsp:cNvSpPr/>
      </dsp:nvSpPr>
      <dsp:spPr>
        <a:xfrm>
          <a:off x="1330115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Build improved search strings</a:t>
          </a:r>
        </a:p>
      </dsp:txBody>
      <dsp:txXfrm>
        <a:off x="1330115" y="2158301"/>
        <a:ext cx="2546008" cy="1080124"/>
      </dsp:txXfrm>
    </dsp:sp>
    <dsp:sp modelId="{07428C1C-9194-4B02-96D7-C72DDB139801}">
      <dsp:nvSpPr>
        <dsp:cNvPr id="0" name=""/>
        <dsp:cNvSpPr/>
      </dsp:nvSpPr>
      <dsp:spPr>
        <a:xfrm>
          <a:off x="4319746" y="2158301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F77CAA-D0D9-4041-81CD-CDABA2441D42}">
      <dsp:nvSpPr>
        <dsp:cNvPr id="0" name=""/>
        <dsp:cNvSpPr/>
      </dsp:nvSpPr>
      <dsp:spPr>
        <a:xfrm>
          <a:off x="4546573" y="2385128"/>
          <a:ext cx="626472" cy="62647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CCF38D-7365-4421-B7D4-304324C799D8}">
      <dsp:nvSpPr>
        <dsp:cNvPr id="0" name=""/>
        <dsp:cNvSpPr/>
      </dsp:nvSpPr>
      <dsp:spPr>
        <a:xfrm>
          <a:off x="5631327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Support systematic search design</a:t>
          </a:r>
        </a:p>
      </dsp:txBody>
      <dsp:txXfrm>
        <a:off x="5631327" y="2158301"/>
        <a:ext cx="2546008" cy="10801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78D3B4-E567-499C-BE5D-7492EEEA3C5D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AD2A8F-9B08-410E-9DC2-C3E7398DE518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CBA16-633C-4CA5-BFCE-BA47FDD25031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Visualizing clusters of research</a:t>
          </a:r>
        </a:p>
      </dsp:txBody>
      <dsp:txXfrm>
        <a:off x="25435" y="2456402"/>
        <a:ext cx="1800000" cy="720000"/>
      </dsp:txXfrm>
    </dsp:sp>
    <dsp:sp modelId="{D753BC40-5CF5-452D-A3B8-73F9CDEE0AC8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7C5E06-8AA2-483D-95B0-E04E20EAED02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6B30C9-A473-4BE6-9697-901C8AE5EA00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Understanding topic distribution</a:t>
          </a:r>
        </a:p>
      </dsp:txBody>
      <dsp:txXfrm>
        <a:off x="2140435" y="2456402"/>
        <a:ext cx="1800000" cy="720000"/>
      </dsp:txXfrm>
    </dsp:sp>
    <dsp:sp modelId="{4E1A6C25-19C3-4DD9-BCD2-28304B1C03BD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243EFA-7250-4A61-A67A-657C37B787CD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30655-D86E-464F-AC00-A3D1F2F93B0F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Identifying research gaps</a:t>
          </a:r>
        </a:p>
      </dsp:txBody>
      <dsp:txXfrm>
        <a:off x="4255435" y="2456402"/>
        <a:ext cx="1800000" cy="720000"/>
      </dsp:txXfrm>
    </dsp:sp>
    <dsp:sp modelId="{2E8B6631-7773-4AEC-A048-A529E0433CB8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5F91D2-ED70-4025-A639-0EED1CC79410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01F116-50E0-49F5-93F0-C87123A9E866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Supporting scoping reviews</a:t>
          </a:r>
        </a:p>
      </dsp:txBody>
      <dsp:txXfrm>
        <a:off x="6370435" y="2456402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410316-DEE6-4326-9E68-B256A982CFD1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1AD1FF-7856-4C06-A3E8-58828187340F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D2E2E-7F7A-4235-9FFC-D83F2B10C3B0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Combine results across studies</a:t>
          </a:r>
        </a:p>
      </dsp:txBody>
      <dsp:txXfrm>
        <a:off x="1339618" y="2288"/>
        <a:ext cx="3433549" cy="1159843"/>
      </dsp:txXfrm>
    </dsp:sp>
    <dsp:sp modelId="{C51D96AF-5751-41EB-A0F9-9BB43ACF9DDB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9A38E2-21EC-4FEA-9724-4C856393D1B4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AB8AC8-F616-49B3-8DE3-9E8E3F00769B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Estimate overall effect size</a:t>
          </a:r>
        </a:p>
      </dsp:txBody>
      <dsp:txXfrm>
        <a:off x="1339618" y="1452092"/>
        <a:ext cx="3433549" cy="1159843"/>
      </dsp:txXfrm>
    </dsp:sp>
    <dsp:sp modelId="{D6B8EB0E-4B09-4C6F-AC4D-15B2D7DAF758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56D773-F317-4C83-8A83-12ECF4C7F5FD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8BD0CC-B762-4AAE-A51B-65313FDCAF71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Assess heterogeneity</a:t>
          </a:r>
        </a:p>
      </dsp:txBody>
      <dsp:txXfrm>
        <a:off x="1339618" y="2901896"/>
        <a:ext cx="3433549" cy="1159843"/>
      </dsp:txXfrm>
    </dsp:sp>
    <dsp:sp modelId="{A5F4DFCB-B354-4627-A363-76FE01445BD0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C38251-8FAB-43CE-9883-624F026FC47C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140E4-8885-4A62-BAFD-CA15ABDAF3DE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Evaluate publication bias</a:t>
          </a:r>
        </a:p>
      </dsp:txBody>
      <dsp:txXfrm>
        <a:off x="1339618" y="4351700"/>
        <a:ext cx="3433549" cy="115984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CD1826-D239-F64A-AA96-D822A1FBE40B}">
      <dsp:nvSpPr>
        <dsp:cNvPr id="0" name=""/>
        <dsp:cNvSpPr/>
      </dsp:nvSpPr>
      <dsp:spPr>
        <a:xfrm>
          <a:off x="0" y="431481"/>
          <a:ext cx="82296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9B8D1-425C-C74F-A8B8-743A8A321A5A}">
      <dsp:nvSpPr>
        <dsp:cNvPr id="0" name=""/>
        <dsp:cNvSpPr/>
      </dsp:nvSpPr>
      <dsp:spPr>
        <a:xfrm>
          <a:off x="411480" y="62481"/>
          <a:ext cx="5760719" cy="73800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Standardised</a:t>
          </a:r>
          <a:r>
            <a:rPr lang="en-US" sz="2500" kern="1200" dirty="0"/>
            <a:t> mean difference</a:t>
          </a:r>
        </a:p>
      </dsp:txBody>
      <dsp:txXfrm>
        <a:off x="447506" y="98507"/>
        <a:ext cx="5688667" cy="665948"/>
      </dsp:txXfrm>
    </dsp:sp>
    <dsp:sp modelId="{17D2F23D-A0F3-184B-92A8-B17C43C9C62D}">
      <dsp:nvSpPr>
        <dsp:cNvPr id="0" name=""/>
        <dsp:cNvSpPr/>
      </dsp:nvSpPr>
      <dsp:spPr>
        <a:xfrm>
          <a:off x="0" y="1565481"/>
          <a:ext cx="82296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63724D-BB0F-9942-90C6-CDDC3DF8CE23}">
      <dsp:nvSpPr>
        <dsp:cNvPr id="0" name=""/>
        <dsp:cNvSpPr/>
      </dsp:nvSpPr>
      <dsp:spPr>
        <a:xfrm>
          <a:off x="411480" y="1196481"/>
          <a:ext cx="5760719" cy="73800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Odds ratios</a:t>
          </a:r>
        </a:p>
      </dsp:txBody>
      <dsp:txXfrm>
        <a:off x="447506" y="1232507"/>
        <a:ext cx="5688667" cy="665948"/>
      </dsp:txXfrm>
    </dsp:sp>
    <dsp:sp modelId="{9766A478-C280-C848-A62D-4DDEB71AA977}">
      <dsp:nvSpPr>
        <dsp:cNvPr id="0" name=""/>
        <dsp:cNvSpPr/>
      </dsp:nvSpPr>
      <dsp:spPr>
        <a:xfrm>
          <a:off x="0" y="2699481"/>
          <a:ext cx="82296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62713-FE7E-C849-A934-948DE6F4AFCC}">
      <dsp:nvSpPr>
        <dsp:cNvPr id="0" name=""/>
        <dsp:cNvSpPr/>
      </dsp:nvSpPr>
      <dsp:spPr>
        <a:xfrm>
          <a:off x="411480" y="2330481"/>
          <a:ext cx="5760719" cy="73800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Risk ratios</a:t>
          </a:r>
        </a:p>
      </dsp:txBody>
      <dsp:txXfrm>
        <a:off x="447506" y="2366507"/>
        <a:ext cx="5688667" cy="665948"/>
      </dsp:txXfrm>
    </dsp:sp>
    <dsp:sp modelId="{51802743-3E07-B24A-9366-0BC59CDDD2AB}">
      <dsp:nvSpPr>
        <dsp:cNvPr id="0" name=""/>
        <dsp:cNvSpPr/>
      </dsp:nvSpPr>
      <dsp:spPr>
        <a:xfrm>
          <a:off x="0" y="3833481"/>
          <a:ext cx="8229600" cy="630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33D4C-F5B4-C94D-B1E9-986C4269B8ED}">
      <dsp:nvSpPr>
        <dsp:cNvPr id="0" name=""/>
        <dsp:cNvSpPr/>
      </dsp:nvSpPr>
      <dsp:spPr>
        <a:xfrm>
          <a:off x="411480" y="3464481"/>
          <a:ext cx="5760719" cy="73800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Correlation coefficients</a:t>
          </a:r>
        </a:p>
      </dsp:txBody>
      <dsp:txXfrm>
        <a:off x="447506" y="3500507"/>
        <a:ext cx="5688667" cy="6659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058B4E-56FA-49E1-88B8-F46DD59ECB23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360296-2A6C-4AE8-ADCA-2F5334430637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Calculate effect sizes</a:t>
          </a:r>
        </a:p>
      </dsp:txBody>
      <dsp:txXfrm>
        <a:off x="25435" y="2276522"/>
        <a:ext cx="1800000" cy="720000"/>
      </dsp:txXfrm>
    </dsp:sp>
    <dsp:sp modelId="{1E07BEF7-CDFB-476C-A671-F470C34F6684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DD1157-A460-4913-B522-B0F35B8F101B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Fit meta‑analytic model</a:t>
          </a:r>
        </a:p>
      </dsp:txBody>
      <dsp:txXfrm>
        <a:off x="2140435" y="2276522"/>
        <a:ext cx="1800000" cy="720000"/>
      </dsp:txXfrm>
    </dsp:sp>
    <dsp:sp modelId="{0442F435-1CCA-4331-A710-8799F9C5193C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FD674-4D64-4274-A489-7A24EB97AAD1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Interpret model outputs</a:t>
          </a:r>
        </a:p>
      </dsp:txBody>
      <dsp:txXfrm>
        <a:off x="4255435" y="2276522"/>
        <a:ext cx="1800000" cy="720000"/>
      </dsp:txXfrm>
    </dsp:sp>
    <dsp:sp modelId="{6B90228A-3F76-48B7-9C39-E3E7C53CFC68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6F577-BCA6-4B54-BEF5-EFC9ACC0D9AA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Assess heterogeneity</a:t>
          </a:r>
        </a:p>
      </dsp:txBody>
      <dsp:txXfrm>
        <a:off x="6370435" y="2276522"/>
        <a:ext cx="180000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B2B946-A6B2-7F4A-81E0-0C334B88ED25}">
      <dsp:nvSpPr>
        <dsp:cNvPr id="0" name=""/>
        <dsp:cNvSpPr/>
      </dsp:nvSpPr>
      <dsp:spPr>
        <a:xfrm>
          <a:off x="0" y="358185"/>
          <a:ext cx="4744123" cy="822937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197" tIns="395732" rIns="36819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Visualise study quality</a:t>
          </a:r>
        </a:p>
      </dsp:txBody>
      <dsp:txXfrm>
        <a:off x="0" y="358185"/>
        <a:ext cx="4744123" cy="822937"/>
      </dsp:txXfrm>
    </dsp:sp>
    <dsp:sp modelId="{D20FA4E5-BA18-5D41-90C8-B578A7A65DE3}">
      <dsp:nvSpPr>
        <dsp:cNvPr id="0" name=""/>
        <dsp:cNvSpPr/>
      </dsp:nvSpPr>
      <dsp:spPr>
        <a:xfrm>
          <a:off x="237206" y="77745"/>
          <a:ext cx="3320886" cy="56087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522" tIns="0" rIns="12552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Visualise</a:t>
          </a:r>
          <a:endParaRPr lang="en-US" sz="2400" kern="1200" dirty="0"/>
        </a:p>
      </dsp:txBody>
      <dsp:txXfrm>
        <a:off x="264586" y="105125"/>
        <a:ext cx="3266126" cy="506119"/>
      </dsp:txXfrm>
    </dsp:sp>
    <dsp:sp modelId="{75454730-8A68-154E-85BA-C7D7F771CE08}">
      <dsp:nvSpPr>
        <dsp:cNvPr id="0" name=""/>
        <dsp:cNvSpPr/>
      </dsp:nvSpPr>
      <dsp:spPr>
        <a:xfrm>
          <a:off x="0" y="1564162"/>
          <a:ext cx="4744123" cy="822937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197" tIns="395732" rIns="36819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Summarise bias assessments</a:t>
          </a:r>
        </a:p>
      </dsp:txBody>
      <dsp:txXfrm>
        <a:off x="0" y="1564162"/>
        <a:ext cx="4744123" cy="822937"/>
      </dsp:txXfrm>
    </dsp:sp>
    <dsp:sp modelId="{066B08B2-8A62-8E46-8714-D586E66AFE78}">
      <dsp:nvSpPr>
        <dsp:cNvPr id="0" name=""/>
        <dsp:cNvSpPr/>
      </dsp:nvSpPr>
      <dsp:spPr>
        <a:xfrm>
          <a:off x="237206" y="1283722"/>
          <a:ext cx="3320886" cy="56087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522" tIns="0" rIns="12552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 err="1"/>
            <a:t>Summarise</a:t>
          </a:r>
          <a:endParaRPr lang="en-US" sz="2400" kern="1200" dirty="0"/>
        </a:p>
      </dsp:txBody>
      <dsp:txXfrm>
        <a:off x="264586" y="1311102"/>
        <a:ext cx="3266126" cy="506119"/>
      </dsp:txXfrm>
    </dsp:sp>
    <dsp:sp modelId="{CC8826FD-E9AE-104C-8BA0-9FD53AB1EE4A}">
      <dsp:nvSpPr>
        <dsp:cNvPr id="0" name=""/>
        <dsp:cNvSpPr/>
      </dsp:nvSpPr>
      <dsp:spPr>
        <a:xfrm>
          <a:off x="0" y="2770140"/>
          <a:ext cx="4744123" cy="822937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197" tIns="395732" rIns="36819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Communicate limitations clearly</a:t>
          </a:r>
        </a:p>
      </dsp:txBody>
      <dsp:txXfrm>
        <a:off x="0" y="2770140"/>
        <a:ext cx="4744123" cy="822937"/>
      </dsp:txXfrm>
    </dsp:sp>
    <dsp:sp modelId="{65FA4DF9-A124-C54C-8EDC-DF984717E29E}">
      <dsp:nvSpPr>
        <dsp:cNvPr id="0" name=""/>
        <dsp:cNvSpPr/>
      </dsp:nvSpPr>
      <dsp:spPr>
        <a:xfrm>
          <a:off x="237206" y="2489700"/>
          <a:ext cx="3320886" cy="56087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522" tIns="0" rIns="12552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Communicate</a:t>
          </a:r>
        </a:p>
      </dsp:txBody>
      <dsp:txXfrm>
        <a:off x="264586" y="2517080"/>
        <a:ext cx="3266126" cy="506119"/>
      </dsp:txXfrm>
    </dsp:sp>
    <dsp:sp modelId="{BB41989D-2020-884E-90A2-6CC53DAB7C6C}">
      <dsp:nvSpPr>
        <dsp:cNvPr id="0" name=""/>
        <dsp:cNvSpPr/>
      </dsp:nvSpPr>
      <dsp:spPr>
        <a:xfrm>
          <a:off x="0" y="3976117"/>
          <a:ext cx="4744123" cy="822937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197" tIns="395732" rIns="36819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Support transparent reporting</a:t>
          </a:r>
        </a:p>
      </dsp:txBody>
      <dsp:txXfrm>
        <a:off x="0" y="3976117"/>
        <a:ext cx="4744123" cy="822937"/>
      </dsp:txXfrm>
    </dsp:sp>
    <dsp:sp modelId="{592CC74B-FBF5-8549-B1A9-5F0B6C0553DB}">
      <dsp:nvSpPr>
        <dsp:cNvPr id="0" name=""/>
        <dsp:cNvSpPr/>
      </dsp:nvSpPr>
      <dsp:spPr>
        <a:xfrm>
          <a:off x="237206" y="3695677"/>
          <a:ext cx="3320886" cy="56087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522" tIns="0" rIns="12552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Support</a:t>
          </a:r>
        </a:p>
      </dsp:txBody>
      <dsp:txXfrm>
        <a:off x="264586" y="3723057"/>
        <a:ext cx="3266126" cy="50611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04533C-C320-4F23-8D91-29E2F79FC220}">
      <dsp:nvSpPr>
        <dsp:cNvPr id="0" name=""/>
        <dsp:cNvSpPr/>
      </dsp:nvSpPr>
      <dsp:spPr>
        <a:xfrm>
          <a:off x="499906" y="116056"/>
          <a:ext cx="1263713" cy="1263713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1ADF7-537C-4C12-A6ED-94859BCE694B}">
      <dsp:nvSpPr>
        <dsp:cNvPr id="0" name=""/>
        <dsp:cNvSpPr/>
      </dsp:nvSpPr>
      <dsp:spPr>
        <a:xfrm>
          <a:off x="769222" y="385372"/>
          <a:ext cx="725081" cy="7250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3020C6-504E-4DB7-9DA0-A12545FC0321}">
      <dsp:nvSpPr>
        <dsp:cNvPr id="0" name=""/>
        <dsp:cNvSpPr/>
      </dsp:nvSpPr>
      <dsp:spPr>
        <a:xfrm>
          <a:off x="95932" y="1773386"/>
          <a:ext cx="20716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Use R Markdown</a:t>
          </a:r>
        </a:p>
      </dsp:txBody>
      <dsp:txXfrm>
        <a:off x="95932" y="1773386"/>
        <a:ext cx="2071662" cy="720000"/>
      </dsp:txXfrm>
    </dsp:sp>
    <dsp:sp modelId="{AFAE58F7-9D79-4625-B92B-6E72DE3C2718}">
      <dsp:nvSpPr>
        <dsp:cNvPr id="0" name=""/>
        <dsp:cNvSpPr/>
      </dsp:nvSpPr>
      <dsp:spPr>
        <a:xfrm>
          <a:off x="2934109" y="116056"/>
          <a:ext cx="1263713" cy="1263713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26966D-526A-46AB-A766-07511849BCE3}">
      <dsp:nvSpPr>
        <dsp:cNvPr id="0" name=""/>
        <dsp:cNvSpPr/>
      </dsp:nvSpPr>
      <dsp:spPr>
        <a:xfrm>
          <a:off x="3203425" y="385372"/>
          <a:ext cx="725081" cy="7250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4679AD-A3A6-4B4A-94DE-BA15128C47C4}">
      <dsp:nvSpPr>
        <dsp:cNvPr id="0" name=""/>
        <dsp:cNvSpPr/>
      </dsp:nvSpPr>
      <dsp:spPr>
        <a:xfrm>
          <a:off x="2530135" y="1773386"/>
          <a:ext cx="20716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Combine text, code, and outputs</a:t>
          </a:r>
        </a:p>
      </dsp:txBody>
      <dsp:txXfrm>
        <a:off x="2530135" y="1773386"/>
        <a:ext cx="2071662" cy="720000"/>
      </dsp:txXfrm>
    </dsp:sp>
    <dsp:sp modelId="{E9286177-7B70-4231-A9F7-70BA045FBEA5}">
      <dsp:nvSpPr>
        <dsp:cNvPr id="0" name=""/>
        <dsp:cNvSpPr/>
      </dsp:nvSpPr>
      <dsp:spPr>
        <a:xfrm>
          <a:off x="499906" y="3011301"/>
          <a:ext cx="1263713" cy="1263713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54E57A-CBD1-4A64-8238-41882B07AAF4}">
      <dsp:nvSpPr>
        <dsp:cNvPr id="0" name=""/>
        <dsp:cNvSpPr/>
      </dsp:nvSpPr>
      <dsp:spPr>
        <a:xfrm>
          <a:off x="769222" y="3280617"/>
          <a:ext cx="725081" cy="7250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054FB-DE13-4828-A23B-6D00626D8024}">
      <dsp:nvSpPr>
        <dsp:cNvPr id="0" name=""/>
        <dsp:cNvSpPr/>
      </dsp:nvSpPr>
      <dsp:spPr>
        <a:xfrm>
          <a:off x="95932" y="4668631"/>
          <a:ext cx="20716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Automatic report generation</a:t>
          </a:r>
        </a:p>
      </dsp:txBody>
      <dsp:txXfrm>
        <a:off x="95932" y="4668631"/>
        <a:ext cx="2071662" cy="720000"/>
      </dsp:txXfrm>
    </dsp:sp>
    <dsp:sp modelId="{78FF5725-E5BF-42CE-AF3D-0137A47E31C7}">
      <dsp:nvSpPr>
        <dsp:cNvPr id="0" name=""/>
        <dsp:cNvSpPr/>
      </dsp:nvSpPr>
      <dsp:spPr>
        <a:xfrm>
          <a:off x="2934109" y="3011301"/>
          <a:ext cx="1263713" cy="1263713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86C32F-EC9D-4543-955C-6A51A72957C4}">
      <dsp:nvSpPr>
        <dsp:cNvPr id="0" name=""/>
        <dsp:cNvSpPr/>
      </dsp:nvSpPr>
      <dsp:spPr>
        <a:xfrm>
          <a:off x="3203425" y="3280617"/>
          <a:ext cx="725081" cy="7250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4A0C2-4725-4988-B625-A8F574849CA2}">
      <dsp:nvSpPr>
        <dsp:cNvPr id="0" name=""/>
        <dsp:cNvSpPr/>
      </dsp:nvSpPr>
      <dsp:spPr>
        <a:xfrm>
          <a:off x="2530135" y="4668631"/>
          <a:ext cx="20716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Transparent and reproducible results</a:t>
          </a:r>
        </a:p>
      </dsp:txBody>
      <dsp:txXfrm>
        <a:off x="2530135" y="4668631"/>
        <a:ext cx="2071662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76A5C-B3C0-417F-AC49-89F8D873D1DA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1A31E3B-517D-4BF9-9958-A6517AA73AC3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Transparency</a:t>
          </a:r>
        </a:p>
      </dsp:txBody>
      <dsp:txXfrm>
        <a:off x="25435" y="2276522"/>
        <a:ext cx="1800000" cy="720000"/>
      </dsp:txXfrm>
    </dsp:sp>
    <dsp:sp modelId="{A75BEA6E-1FA0-4C89-8D78-D6C318CEB54C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8247E97-0BB3-4698-BD8D-60FF92CCC106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Automation</a:t>
          </a:r>
        </a:p>
      </dsp:txBody>
      <dsp:txXfrm>
        <a:off x="2140435" y="2276522"/>
        <a:ext cx="1800000" cy="720000"/>
      </dsp:txXfrm>
    </dsp:sp>
    <dsp:sp modelId="{8B55997A-99DD-4255-A7BB-1337341BBB95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3D8E33E-0FC9-4450-89CD-0CF4197EA50B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Reproducibility</a:t>
          </a:r>
        </a:p>
      </dsp:txBody>
      <dsp:txXfrm>
        <a:off x="4255435" y="2276522"/>
        <a:ext cx="1800000" cy="720000"/>
      </dsp:txXfrm>
    </dsp:sp>
    <dsp:sp modelId="{F0F0AE07-AEA8-4579-ACE2-A584D9E8DF85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3179B1E-2252-4ED8-B79E-52F4B953F8E9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Advanced statistical analysis</a:t>
          </a:r>
        </a:p>
      </dsp:txBody>
      <dsp:txXfrm>
        <a:off x="6370435" y="2276522"/>
        <a:ext cx="180000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96ECF-DDE6-4707-8741-02DE3876C83C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9A69320-BA14-41F6-8E95-0E23D140573D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cleaning issues</a:t>
          </a:r>
        </a:p>
      </dsp:txBody>
      <dsp:txXfrm>
        <a:off x="78583" y="2435142"/>
        <a:ext cx="2399612" cy="720000"/>
      </dsp:txXfrm>
    </dsp:sp>
    <dsp:sp modelId="{C4A037BF-45EE-4BE0-A419-912AB81AA61D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C04C34-FCEB-4E90-9E5F-59FA89C27FEA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Understanding meta‑analysis concepts</a:t>
          </a:r>
        </a:p>
      </dsp:txBody>
      <dsp:txXfrm>
        <a:off x="2898129" y="2435142"/>
        <a:ext cx="2399612" cy="720000"/>
      </dsp:txXfrm>
    </dsp:sp>
    <dsp:sp modelId="{83850B44-A274-41D4-9EC6-825E3F682C8B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1F8EFD-20A2-4783-BAB2-F7A56A6F8A1B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Managing large datasets</a:t>
          </a:r>
        </a:p>
      </dsp:txBody>
      <dsp:txXfrm>
        <a:off x="5717674" y="2435142"/>
        <a:ext cx="2399612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9E77BA-7C49-45E6-9CF4-B9FFB6C59CC3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37662-7619-4506-A190-30476186BC11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 enables reproducible systematic reviews</a:t>
          </a:r>
        </a:p>
      </dsp:txBody>
      <dsp:txXfrm>
        <a:off x="25435" y="2276522"/>
        <a:ext cx="1800000" cy="720000"/>
      </dsp:txXfrm>
    </dsp:sp>
    <dsp:sp modelId="{4A26257F-CF94-48A5-9683-CE91FF666C27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97DB96-AC69-4E05-A42F-418B4602D620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Multiple packages support each stage</a:t>
          </a:r>
        </a:p>
      </dsp:txBody>
      <dsp:txXfrm>
        <a:off x="2140435" y="2276522"/>
        <a:ext cx="1800000" cy="720000"/>
      </dsp:txXfrm>
    </dsp:sp>
    <dsp:sp modelId="{2566BFD7-1F72-4791-B150-B3DC88718BD8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FAA96-AF74-4B81-BA45-A37F5B38079A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Automation improves efficiency</a:t>
          </a:r>
        </a:p>
      </dsp:txBody>
      <dsp:txXfrm>
        <a:off x="4255435" y="2276522"/>
        <a:ext cx="1800000" cy="720000"/>
      </dsp:txXfrm>
    </dsp:sp>
    <dsp:sp modelId="{A5BC6658-D9C6-43E1-BC4B-3DD4903754CC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699DAC-6F63-432F-A532-94AECFDCB462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Transparent workflows strengthen research</a:t>
          </a:r>
        </a:p>
      </dsp:txBody>
      <dsp:txXfrm>
        <a:off x="6370435" y="2276522"/>
        <a:ext cx="1800000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CF10B6-DD14-488E-A957-C62C8D4E8F53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EA9259-244C-47FE-AB7B-981EA479D04A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B6737-01B9-47BB-8847-1098920B9EEE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Contact information</a:t>
          </a:r>
        </a:p>
      </dsp:txBody>
      <dsp:txXfrm>
        <a:off x="46529" y="2703902"/>
        <a:ext cx="2418750" cy="720000"/>
      </dsp:txXfrm>
    </dsp:sp>
    <dsp:sp modelId="{392446A5-7915-4E77-9054-34A9483052F7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566F7F-EE11-40AB-8FA8-9A53665AC640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1941D-EA78-49B2-BD1C-EE5475F1769B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Training materials provided</a:t>
          </a:r>
        </a:p>
      </dsp:txBody>
      <dsp:txXfrm>
        <a:off x="2888560" y="2703902"/>
        <a:ext cx="2418750" cy="720000"/>
      </dsp:txXfrm>
    </dsp:sp>
    <dsp:sp modelId="{ED614F89-26D4-451C-9E05-E846E346BA1F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5F90B6-0EBE-40F5-98CA-12A01E2A9B29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78B4E8-4524-4CA1-ACDB-D8AB90C47C36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 dirty="0"/>
            <a:t>Further learning opportunities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7C743-C9FB-3C40-A3EA-C5E09471C1F4}" type="datetimeFigureOut">
              <a:rPr lang="en-GB" smtClean="0"/>
              <a:t>11/04/2026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19004-782F-7548-87D9-2AB1B4F36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87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4345F-6ED0-C240-E0A4-069429677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B8D8C6-E8DF-121D-CE08-A72FD6144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CACAB1-9E54-DE52-3A31-59A238FA6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770D1-FAAD-D749-A5A5-781DA67C0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19004-782F-7548-87D9-2AB1B4F36BC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847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519004-782F-7548-87D9-2AB1B4F36BCB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115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3700" y="1030406"/>
            <a:ext cx="8496300" cy="3081242"/>
          </a:xfrm>
        </p:spPr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FFFFFF"/>
                </a:solidFill>
              </a:rPr>
              <a:t>Systematic Literature Reviews with R: </a:t>
            </a:r>
            <a:br>
              <a:rPr lang="en-GB" sz="4200" dirty="0">
                <a:solidFill>
                  <a:srgbClr val="FFFFFF"/>
                </a:solidFill>
              </a:rPr>
            </a:br>
            <a:r>
              <a:rPr lang="en-GB" sz="3600" dirty="0">
                <a:solidFill>
                  <a:srgbClr val="FFFFFF"/>
                </a:solidFill>
              </a:rPr>
              <a:t>From Search Results to Evidence Synthesis</a:t>
            </a:r>
            <a:br>
              <a:rPr lang="en-GB" sz="3600" dirty="0">
                <a:solidFill>
                  <a:srgbClr val="FFFFFF"/>
                </a:solidFill>
              </a:rPr>
            </a:br>
            <a:r>
              <a:rPr lang="en-GB" sz="3600" dirty="0">
                <a:solidFill>
                  <a:srgbClr val="FFFFFF"/>
                </a:solidFill>
              </a:rPr>
              <a:t>Session two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05500" y="4530490"/>
            <a:ext cx="2984500" cy="860620"/>
          </a:xfrm>
        </p:spPr>
        <p:txBody>
          <a:bodyPr anchor="ctr">
            <a:normAutofit/>
          </a:bodyPr>
          <a:lstStyle/>
          <a:p>
            <a:r>
              <a:rPr lang="en-GB" sz="2800" dirty="0">
                <a:solidFill>
                  <a:srgbClr val="FFFFFF"/>
                </a:solidFill>
              </a:rPr>
              <a:t>Dandian Yang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Learning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669D0C-81F9-0E0C-78AF-F278E6CDBE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902333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Screening Studies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2C7BF717-3780-91F3-6D22-5EABA97CF2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29823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F358F-E34B-C92B-DE4D-145318795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40512A-17F6-C296-972B-91128EE12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2AF208A2-D6B1-2ABD-BC5C-AD89FA79E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1F9710-2F89-E0B7-5434-7FF554277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AF8A4A-63A5-6397-F107-209EC1790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GB" sz="3500" b="1" dirty="0"/>
              <a:t>Key R Packages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633ED4-AD21-4E2A-8B14-1F6B5CFE5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4F72F1B-E972-F538-16A8-E14FC50E5B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8229097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478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Interactive Screening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619771-4D48-02E5-FC21-710F2D1C3F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476712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761998"/>
            <a:ext cx="4000500" cy="1708246"/>
          </a:xfrm>
        </p:spPr>
        <p:txBody>
          <a:bodyPr anchor="ctr">
            <a:normAutofit/>
          </a:bodyPr>
          <a:lstStyle/>
          <a:p>
            <a:pPr algn="l"/>
            <a:r>
              <a:rPr lang="en-GB" sz="3500" b="1" dirty="0"/>
              <a:t>Collaborative Screening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95" y="2624866"/>
            <a:ext cx="4000505" cy="2485661"/>
          </a:xfrm>
        </p:spPr>
        <p:txBody>
          <a:bodyPr anchor="ctr">
            <a:normAutofit/>
          </a:bodyPr>
          <a:lstStyle/>
          <a:p>
            <a:r>
              <a:rPr lang="en-GB" sz="2400" dirty="0"/>
              <a:t>Multiple reviewers</a:t>
            </a:r>
          </a:p>
          <a:p>
            <a:r>
              <a:rPr lang="en-GB" sz="2400" dirty="0"/>
              <a:t>Conflict resolution</a:t>
            </a:r>
          </a:p>
          <a:p>
            <a:r>
              <a:rPr lang="en-GB" sz="2400" dirty="0"/>
              <a:t>Tracking screening decisions</a:t>
            </a:r>
          </a:p>
          <a:p>
            <a:r>
              <a:rPr lang="en-GB" sz="2400" dirty="0"/>
              <a:t>Ensuring transparency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05C9B4-B5C9-2D4D-23C9-CEE72646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6350" y="-1"/>
            <a:ext cx="4057650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66700" dist="2159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descr="Questionnaire">
            <a:extLst>
              <a:ext uri="{FF2B5EF4-FFF2-40B4-BE49-F238E27FC236}">
                <a16:creationId xmlns:a16="http://schemas.microsoft.com/office/drawing/2014/main" id="{BBB2383F-D448-1DE3-3E55-9F8C7FDA63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05908" y="2018461"/>
            <a:ext cx="2818534" cy="28185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761998"/>
            <a:ext cx="4000500" cy="1708246"/>
          </a:xfrm>
        </p:spPr>
        <p:txBody>
          <a:bodyPr anchor="ctr">
            <a:normAutofit/>
          </a:bodyPr>
          <a:lstStyle/>
          <a:p>
            <a:pPr algn="l"/>
            <a:r>
              <a:rPr lang="en-GB" sz="3500" b="1" dirty="0"/>
              <a:t>Text Mining in Systematic Reviews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495" y="2678654"/>
            <a:ext cx="4000505" cy="2355926"/>
          </a:xfrm>
        </p:spPr>
        <p:txBody>
          <a:bodyPr anchor="ctr">
            <a:normAutofit fontScale="92500"/>
          </a:bodyPr>
          <a:lstStyle/>
          <a:p>
            <a:r>
              <a:rPr lang="en-GB" sz="2400" dirty="0"/>
              <a:t>Identify key themes in literature</a:t>
            </a:r>
          </a:p>
          <a:p>
            <a:r>
              <a:rPr lang="en-GB" sz="2400" dirty="0"/>
              <a:t>Explore keyword relationships</a:t>
            </a:r>
          </a:p>
          <a:p>
            <a:r>
              <a:rPr lang="en-GB" sz="2400" dirty="0"/>
              <a:t>Support search strategy refinement</a:t>
            </a:r>
          </a:p>
          <a:p>
            <a:r>
              <a:rPr lang="en-GB" sz="2400" dirty="0"/>
              <a:t>Assist prioritisation of articles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05C9B4-B5C9-2D4D-23C9-CEE72646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6350" y="-1"/>
            <a:ext cx="4057650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66700" dist="2159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Graphic 12" descr="CRM Customer Insights App">
            <a:extLst>
              <a:ext uri="{FF2B5EF4-FFF2-40B4-BE49-F238E27FC236}">
                <a16:creationId xmlns:a16="http://schemas.microsoft.com/office/drawing/2014/main" id="{A697207A-ED57-BC85-6533-537800B2D9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05908" y="2018461"/>
            <a:ext cx="2818534" cy="28185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l"/>
            <a:r>
              <a:rPr lang="en-GB" sz="3500" b="1" dirty="0" err="1">
                <a:solidFill>
                  <a:srgbClr val="FFFFFF"/>
                </a:solidFill>
              </a:rPr>
              <a:t>litsearchr</a:t>
            </a:r>
            <a:r>
              <a:rPr lang="en-GB" sz="3500" b="1" dirty="0">
                <a:solidFill>
                  <a:srgbClr val="FFFFFF"/>
                </a:solidFill>
              </a:rPr>
              <a:t>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5363" y="2119257"/>
            <a:ext cx="4916510" cy="2892929"/>
          </a:xfrm>
        </p:spPr>
        <p:txBody>
          <a:bodyPr anchor="ctr">
            <a:normAutofit/>
          </a:bodyPr>
          <a:lstStyle/>
          <a:p>
            <a:r>
              <a:rPr lang="en-GB" sz="2400" dirty="0"/>
              <a:t>Keyword extraction</a:t>
            </a:r>
          </a:p>
          <a:p>
            <a:r>
              <a:rPr lang="en-GB" sz="2400" dirty="0"/>
              <a:t>Building search strategies</a:t>
            </a:r>
          </a:p>
          <a:p>
            <a:r>
              <a:rPr lang="en-GB" sz="2400" dirty="0"/>
              <a:t>Text mining of abstracts</a:t>
            </a:r>
          </a:p>
          <a:p>
            <a:r>
              <a:rPr lang="en-GB" sz="2400" dirty="0"/>
              <a:t>Network visualisation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GB" sz="3500" b="1" dirty="0">
                <a:solidFill>
                  <a:srgbClr val="FFFFFF"/>
                </a:solidFill>
              </a:rPr>
              <a:t>Keyword Extraction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101FB1DE-8628-B071-8804-FED25A3F2F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6829781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 b="1">
                <a:solidFill>
                  <a:srgbClr val="FFFFFF"/>
                </a:solidFill>
              </a:rPr>
              <a:t>Evidence Mapping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D6BA4F1-DA5D-02B0-EFCB-1F882980CA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828714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l"/>
            <a:r>
              <a:rPr lang="en-GB" sz="3000" b="1" dirty="0">
                <a:solidFill>
                  <a:srgbClr val="FFFFFF"/>
                </a:solidFill>
              </a:rPr>
              <a:t>Preparing Data for Meta‑analysis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GB" sz="2400" dirty="0"/>
              <a:t>Extract study characteristics</a:t>
            </a:r>
          </a:p>
          <a:p>
            <a:r>
              <a:rPr lang="en-GB" sz="2400" dirty="0"/>
              <a:t>Effect sizes</a:t>
            </a:r>
          </a:p>
          <a:p>
            <a:r>
              <a:rPr lang="en-GB" sz="2400" dirty="0"/>
              <a:t>Sample sizes</a:t>
            </a:r>
          </a:p>
          <a:p>
            <a:r>
              <a:rPr lang="en-GB" sz="2400" dirty="0"/>
              <a:t>Variance or standard error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3" y="1161288"/>
            <a:ext cx="2847011" cy="4526280"/>
          </a:xfrm>
        </p:spPr>
        <p:txBody>
          <a:bodyPr>
            <a:normAutofit/>
          </a:bodyPr>
          <a:lstStyle/>
          <a:p>
            <a:pPr algn="l"/>
            <a:r>
              <a:rPr lang="en-GB" sz="3500" b="1" dirty="0"/>
              <a:t>Introduction to Meta‑analysis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148130AB-F411-EA14-A74A-EBC85E42BC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2319508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l"/>
            <a:r>
              <a:rPr lang="en-GB" sz="3500" b="1" dirty="0" err="1">
                <a:solidFill>
                  <a:srgbClr val="FFFFFF"/>
                </a:solidFill>
              </a:rPr>
              <a:t>metafor</a:t>
            </a:r>
            <a:r>
              <a:rPr lang="en-GB" sz="3500" b="1" dirty="0">
                <a:solidFill>
                  <a:srgbClr val="FFFFFF"/>
                </a:solidFill>
              </a:rPr>
              <a:t>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GB" sz="2400" dirty="0"/>
              <a:t>Most widely used R meta‑analysis package</a:t>
            </a:r>
          </a:p>
          <a:p>
            <a:r>
              <a:rPr lang="en-GB" sz="2400" dirty="0"/>
              <a:t>Supports many effect size types</a:t>
            </a:r>
          </a:p>
          <a:p>
            <a:r>
              <a:rPr lang="en-GB" sz="2400" dirty="0"/>
              <a:t>Advanced modelling capabilities</a:t>
            </a:r>
          </a:p>
          <a:p>
            <a:r>
              <a:rPr lang="en-GB" sz="2400" dirty="0"/>
              <a:t>High‑quality visualisations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Effect Sizes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C38502-D971-23C6-54E8-694A40F5C6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091284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 b="1" dirty="0">
                <a:solidFill>
                  <a:srgbClr val="FFFFFF"/>
                </a:solidFill>
              </a:rPr>
              <a:t>Running a Basic Meta‑analysis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C0B1FA-F92F-4250-24A2-D56CF8AABA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23227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7266222" cy="1642969"/>
          </a:xfrm>
        </p:spPr>
        <p:txBody>
          <a:bodyPr anchor="b">
            <a:normAutofit/>
          </a:bodyPr>
          <a:lstStyle/>
          <a:p>
            <a:r>
              <a:rPr lang="en-GB" sz="3500" b="1" dirty="0"/>
              <a:t>Forest Plots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852297" y="2418409"/>
            <a:ext cx="7266222" cy="3454358"/>
          </a:xfrm>
        </p:spPr>
        <p:txBody>
          <a:bodyPr anchor="t">
            <a:normAutofit/>
          </a:bodyPr>
          <a:lstStyle/>
          <a:p>
            <a:r>
              <a:rPr sz="2400" dirty="0" err="1"/>
              <a:t>Visuali</a:t>
            </a:r>
            <a:r>
              <a:rPr lang="en-GB" sz="2400" dirty="0"/>
              <a:t>s</a:t>
            </a:r>
            <a:r>
              <a:rPr sz="2400" dirty="0"/>
              <a:t>e individual study effects</a:t>
            </a:r>
          </a:p>
          <a:p>
            <a:r>
              <a:rPr sz="2400" dirty="0"/>
              <a:t>Display overall pooled estimate</a:t>
            </a:r>
          </a:p>
          <a:p>
            <a:r>
              <a:rPr sz="2400" dirty="0"/>
              <a:t>Show confidence intervals</a:t>
            </a:r>
          </a:p>
          <a:p>
            <a:r>
              <a:rPr sz="2400" dirty="0"/>
              <a:t>Standard output of meta‑analysis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pPr algn="l"/>
            <a:r>
              <a:rPr lang="en-GB" sz="3500" b="1" dirty="0"/>
              <a:t>Risk of Bias Visualisation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7037830-B853-9AC0-D6B5-4C7D4EB949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0194999"/>
              </p:ext>
            </p:extLst>
          </p:nvPr>
        </p:nvGraphicFramePr>
        <p:xfrm>
          <a:off x="3933533" y="986028"/>
          <a:ext cx="4744123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pPr algn="l"/>
            <a:r>
              <a:rPr lang="en-GB" sz="3100" b="1" dirty="0"/>
              <a:t>Reproducible Reporting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39E29D-3D67-7A05-8E7E-934EC3D777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793067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Benefits of Using 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457FD7-1972-EBD1-0006-1983493127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653841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Common Challenges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332C4012-64A3-4289-5211-63ACE1F0DD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251910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345BDB-F640-E931-C0B3-FC834494CD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932152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Thank You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E5260B-708B-EAFF-0A45-DF8D50AE0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952084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28849</TotalTime>
  <Words>352</Words>
  <Application>Microsoft Macintosh PowerPoint</Application>
  <PresentationFormat>On-screen Show (4:3)</PresentationFormat>
  <Paragraphs>114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Systematic Literature Reviews with R:  From Search Results to Evidence Synthesis Session two </vt:lpstr>
      <vt:lpstr>Learning Objectives</vt:lpstr>
      <vt:lpstr>Screening Studies</vt:lpstr>
      <vt:lpstr>Key R Packages</vt:lpstr>
      <vt:lpstr>Interactive Screening</vt:lpstr>
      <vt:lpstr>Collaborative Screening</vt:lpstr>
      <vt:lpstr>Text Mining in Systematic Reviews</vt:lpstr>
      <vt:lpstr>litsearchr Package</vt:lpstr>
      <vt:lpstr>Keyword Extraction</vt:lpstr>
      <vt:lpstr>Evidence Mapping</vt:lpstr>
      <vt:lpstr>Preparing Data for Meta‑analysis</vt:lpstr>
      <vt:lpstr>Introduction to Meta‑analysis</vt:lpstr>
      <vt:lpstr>metafor Package</vt:lpstr>
      <vt:lpstr>Effect Sizes</vt:lpstr>
      <vt:lpstr>Running a Basic Meta‑analysis</vt:lpstr>
      <vt:lpstr>Forest Plots</vt:lpstr>
      <vt:lpstr>Risk of Bias Visualisation</vt:lpstr>
      <vt:lpstr>Reproducible Reporting</vt:lpstr>
      <vt:lpstr>Benefits of Using R</vt:lpstr>
      <vt:lpstr>Common Challenges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Dandian Yang</cp:lastModifiedBy>
  <cp:revision>6</cp:revision>
  <dcterms:created xsi:type="dcterms:W3CDTF">2013-01-27T09:14:16Z</dcterms:created>
  <dcterms:modified xsi:type="dcterms:W3CDTF">2026-04-14T22:45:58Z</dcterms:modified>
  <cp:category/>
</cp:coreProperties>
</file>